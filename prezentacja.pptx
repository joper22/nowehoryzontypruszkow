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D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7464C-499D-4506-82B1-697322F1693D}" v="43" dt="2026-03-11T21:53:36.521"/>
    <p1510:client id="{E95ECFBF-82AB-4FC9-AAC2-B1C9F646EDBE}" v="1217" dt="2026-03-11T21:48:30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14765 9781 16383 0 0,'7'0'0'0'0,"9"7"0"0"0,17 9 0 0 0,30 24 0 0 0,33 18 0 0 0,42 29 0 0 0,41 19 0 0 0,38 21 0 0 0,18 10 0 0 0,-2 2 0 0 0,-27-15 0 0 0,-42-28 0 0 0,-41-31 0 0 0,-42-20 0 0 0,-28-17 0 0 0,-22-27 0 0 0,-17-28 0 0 0,-11-38 0 0 0,-5-36 0 0 0,-10-22 0 0 0,-10-4 0 0 0,-9 12 0 0 0,2 19 0 0 0,-1 19 0 0 0,3 15 0 0 0,1 18 0 0 0,-4 17 0 0 0,-3 12 0 0 0,-3 10 0 0 0,-9 5 0 0 0,-12-5 0 0 0,-3-7 0 0 0,2-11 0 0 0,4-6 0 0 0,-11-7 0 0 0,-15-18 0 0 0,-29-28 0 0 0,-24-14 0 0 0,-32-12 0 0 0,-31-2 0 0 0,-23-3 0 0 0,-18 3 0 0 0,11 14 0 0 0,29 15 0 0 0,42 23 0 0 0,53 27 0 0 0,59 33 0 0 0,58 24 0 0 0,54 21 0 0 0,44 17 0 0 0,45 12 0 0 0,31-1 0 0 0,19-12 0 0 0,1-10 0 0 0,-5-8 0 0 0,-3-3 0 0 0,-7-2 0 0 0,-23-2 0 0 0,-33-6 0 0 0,-26-9 0 0 0,-18-1 0 0 0,-17 2 0 0 0,-9 5 0 0 0,-1 4 0 0 0,2 3 0 0 0,-4-3 0 0 0,-5-2 0 0 0,-21 2 0 0 0,-30 2 0 0 0,-53 9 0 0 0,-68 12 0 0 0,-78 3 0 0 0,-64-9 0 0 0,-65-12 0 0 0,-29-21 0 0 0,17-26 0 0 0,50-12 0 0 0,95-3 0 0 0,92 3 0 0 0,84 13 0 0 0,51 6 0 0 0,32 5 0 0 0,25 1 0 0 0,17 1 0 0 0,10-2 0 0 0,5 0 0 0 0,2-2 0 0 0,6 0 0 0 0,1 0 0 0 0,-2-1 0 0 0,-10 0 0 0 0,-12 0 0 0 0,-13-1 0 0 0,-8 1 0 0 0,7 7 0 0 0,-6 2 0 0 0,-12 0 0 0 0,-20 13 0 0 0,-29 2 0 0 0,-26 4 0 0 0,-29 4 0 0 0,-39-2 0 0 0,-44-8 0 0 0,-41-6 0 0 0,-44-7 0 0 0,-19-5 0 0 0,6-9 0 0 0,22-12 0 0 0,28-10 0 0 0,68-7 0 0 0,76-5 0 0 0,83-3 0 0 0,48 6 0 0 0,33 9 0 0 0,10 9 0 0 0,-15 7 0 0 0,-27 6 0 0 0,-41 4 0 0 0,-50 2 0 0 0,-36 1 0 0 0,-33-1 0 0 0,-16 1 0 0 0,-22-1 0 0 0,-4-7 0 0 0,10-3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15770 8006 16383 0 0,'0'7'0'0'0,"0"10"0"0"0,0 8 0 0 0,0 8 0 0 0,0 12 0 0 0,14 12 0 0 0,40 11 0 0 0,54 15 0 0 0,56 14 0 0 0,80 27 0 0 0,75 20 0 0 0,60 27 0 0 0,45 14 0 0 0,-1-11 0 0 0,-38-21 0 0 0,-76-29 0 0 0,-84-36 0 0 0,-80-26 0 0 0,-80-16 0 0 0,-63-16 0 0 0,-62 0 0 0 0,-41 4 0 0 0,-25-6 0 0 0,-12-6 0 0 0,-46-8 0 0 0,-34-5 0 0 0,-1-13 0 0 0,22-11 0 0 0,31-11 0 0 0,44-8 0 0 0,49-12 0 0 0,37-13 0 0 0,46-10 0 0 0,36-14 0 0 0,51-15 0 0 0,53 2 0 0 0,57 11 0 0 0,49 20 0 0 0,66 21 0 0 0,56 24 0 0 0,28 24 0 0 0,-7 24 0 0 0,-42 15 0 0 0,-69 1 0 0 0,-82-2 0 0 0,-91 1 0 0 0,-85-8 0 0 0,-92-9 0 0 0,-111-10 0 0 0,-161-14 0 0 0,-194-43 0 0 0,-189-50 0 0 0,-143-37 0 0 0,-73-40 0 0 0,2-26 0 0 0,103-2 0 0 0,171 26 0 0 0,183 42 0 0 0,186 42 0 0 0,213 36 0 0 0,224 48 0 0 0,279 67 0 0 0,277 85 0 0 0,287 102 0 0 0,264 114 0 0 0,194 101 0 0 0,84 55 0 0 0,-44 10 0 0 0,-204-58 0 0 0,-285-94 0 0 0,-306-106 0 0 0,-264-99 0 0 0,-212-79 0 0 0,-165-64 0 0 0,-126-50 0 0 0,-108-44 0 0 0,-87-33 0 0 0,-68-13 0 0 0,-34-4 0 0 0,-11 4 0 0 0,10 13 0 0 0,19 9 0 0 0,33 11 0 0 0,58 12 0 0 0,64 17 0 0 0,67 1 0 0 0,62-5 0 0 0,49-8 0 0 0,49-9 0 0 0,48-13 0 0 0,52-16 0 0 0,61-11 0 0 0,47-2 0 0 0,39 10 0 0 0,0 22 0 0 0,-11 24 0 0 0,-37 22 0 0 0,-51 15 0 0 0,-62 11 0 0 0,-94 6 0 0 0,-115 3 0 0 0,-161-21 0 0 0,-206-21 0 0 0,-196-53 0 0 0,-134-40 0 0 0,-81-26 0 0 0,23 0 0 0 0,105 19 0 0 0,166 27 0 0 0,173 31 0 0 0,148 30 0 0 0,117 9 0 0 0,104 5 0 0 0,79 1 0 0 0,59-1 0 0 0,41 0 0 0 0,38 5 0 0 0,44 8 0 0 0,47 8 0 0 0,40 6 0 0 0,24 5 0 0 0,-3 4 0 0 0,-39 0 0 0 0,-54 2 0 0 0,-62 0 0 0 0,-68 6 0 0 0,-67 2 0 0 0,-78 0 0 0 0,-60 5 0 0 0,-50 6 0 0 0,-22 8 0 0 0,3-2 0 0 0,15-5 0 0 0,26-6 0 0 0,47-7 0 0 0,57-4 0 0 0,60-10 0 0 0,65-18 0 0 0,50-13 0 0 0,40-7 0 0 0,14-3 0 0 0,14-1 0 0 0,-10 8 0 0 0,-22 10 0 0 0,-28 10 0 0 0,-29 8 0 0 0,-31 7 0 0 0,-54 10 0 0 0,-51 5 0 0 0,-60 0 0 0 0,-77-2 0 0 0,-99-9 0 0 0,-82-12 0 0 0,-42-18 0 0 0,5-11 0 0 0,54 2 0 0 0,72 7 0 0 0,75 2 0 0 0,70-8 0 0 0,64-5 0 0 0,55-8 0 0 0,44-4 0 0 0,22-6 0 0 0,7 1 0 0 0,0 9 0 0 0,3 8 0 0 0,-5 3 0 0 0,-5 9 0 0 0,-14 2 0 0 0,-14 6 0 0 0,-13 8 0 0 0,-16 12 0 0 0,-24 8 0 0 0,-29 2 0 0 0,-27 8 0 0 0,-23 7 0 0 0,-7 1 0 0 0,0-4 0 0 0,17-5 0 0 0,68 2 0 0 0,85 13 0 0 0,104 15 0 0 0,100 14 0 0 0,76 12 0 0 0,35 8 0 0 0,-4 4 0 0 0,-51-4 0 0 0,-82-15 0 0 0,-80-19 0 0 0,-69-10 0 0 0,-64-10 0 0 0,-51-9 0 0 0,-35-1 0 0 0,-23 5 0 0 0,-11-1 0 0 0,-5-4 0 0 0,-6-4 0 0 0,-8-3 0 0 0,-13-4 0 0 0,-13-1 0 0 0,-34-2 0 0 0,-43-8 0 0 0,-50-16 0 0 0,-57-33 0 0 0,-45-28 0 0 0,-17-20 0 0 0,-6-14 0 0 0,34 7 0 0 0,63 22 0 0 0,68 26 0 0 0,64 17 0 0 0,59 17 0 0 0,61 13 0 0 0,52 10 0 0 0,37 6 0 0 0,32 3 0 0 0,8 1 0 0 0,-3 0 0 0 0,-9 0 0 0 0,-12-8 0 0 0,-16-3 0 0 0,-9 0 0 0 0,2 1 0 0 0,8 2 0 0 0,2 2 0 0 0,0 1 0 0 0,-9 1 0 0 0,-27 1 0 0 0,-29 7 0 0 0,-35 3 0 0 0,-36-1 0 0 0,-27 6 0 0 0,-14 6 0 0 0,-1 1 0 0 0,0-4 0 0 0,7 2 0 0 0,17-9 0 0 0,25-14 0 0 0,27-6 0 0 0,20-9 0 0 0,16-1 0 0 0,18 2 0 0 0,7-2 0 0 0,9-6 0 0 0,2 2 0 0 0,-4 5 0 0 0,2-2 0 0 0,-2 2 0 0 0,-5 5 0 0 0,-4 5 0 0 0,-3-5 0 0 0,-4 2 0 0 0,-2 1 0 0 0,-1 3 0 0 0,0-4 0 0 0,0-1 0 0 0,-1 2 0 0 0,1 3 0 0 0,7-5 0 0 0,3 0 0 0 0,-1 2 0 0 0,-15 2 0 0 0,-28 4 0 0 0,-30 1 0 0 0,-31 2 0 0 0,-36 0 0 0 0,-29 2 0 0 0,-24-1 0 0 0,-9 1 0 0 0,8-1 0 0 0,21 1 0 0 0,25-1 0 0 0,21 7 0 0 0,32 2 0 0 0,30 0 0 0 0,24-1 0 0 0,19-3 0 0 0,10-2 0 0 0,14-2 0 0 0,5 0 0 0 0,6-1 0 0 0,1 0 0 0 0,2-1 0 0 0,-2 1 0 0 0,-5 0 0 0 0,1 0 0 0 0,-9-1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13707 7475 16383 0 0,'21'14'0'0'0,"28"19"0"0"0,34 25 0 0 0,39 31 0 0 0,47 35 0 0 0,37 39 0 0 0,41 42 0 0 0,20 34 0 0 0,7 27 0 0 0,-14 3 0 0 0,-31-15 0 0 0,-47-38 0 0 0,-47-48 0 0 0,-40-46 0 0 0,-43-43 0 0 0,-31-28 0 0 0,-25-16 0 0 0,-40-28 0 0 0,-49-29 0 0 0,-50-32 0 0 0,-44-49 0 0 0,-38-50 0 0 0,-39-48 0 0 0,-9-46 0 0 0,7-30 0 0 0,6-26 0 0 0,12-9 0 0 0,19-2 0 0 0,36 17 0 0 0,50 39 0 0 0,42 48 0 0 0,38 53 0 0 0,30 47 0 0 0,21 34 0 0 0,12 23 0 0 0,14 14 0 0 0,10 13 0 0 0,9 12 0 0 0,21 7 0 0 0,21 13 0 0 0,-2 19 0 0 0,-6 26 0 0 0,7 33 0 0 0,11 31 0 0 0,14 37 0 0 0,-5 36 0 0 0,-2 28 0 0 0,3 20 0 0 0,-8-10 0 0 0,-3-21 0 0 0,-17-32 0 0 0,-20-38 0 0 0,-17-49 0 0 0,-15-46 0 0 0,-16-45 0 0 0,-15-42 0 0 0,-12-34 0 0 0,-8-24 0 0 0,-13-17 0 0 0,-4 0 0 0 0,6-2 0 0 0,12 15 0 0 0,18 24 0 0 0,27 27 0 0 0,25 31 0 0 0,14 20 0 0 0,13 18 0 0 0,10 21 0 0 0,-1 27 0 0 0,3 17 0 0 0,2 17 0 0 0,2 13 0 0 0,-11-3 0 0 0,-18-27 0 0 0,-31-34 0 0 0,-19-37 0 0 0,-23-41 0 0 0,-15-36 0 0 0,0-26 0 0 0,6-4 0 0 0,23 15 0 0 0,13 30 0 0 0,20 31 0 0 0,13 35 0 0 0,8 22 0 0 0,3 14 0 0 0,-6 5 0 0 0,-3 2 0 0 0,-1-1 0 0 0,0 12 0 0 0,22 9 0 0 0,23 14 0 0 0,10 7 0 0 0,-2-7 0 0 0,-10-2 0 0 0,-11-17 0 0 0,-25-19 0 0 0,-48-17 0 0 0,-58-29 0 0 0,-69-50 0 0 0,-53-52 0 0 0,-39-44 0 0 0,-16-26 0 0 0,4 2 0 0 0,35 15 0 0 0,44 34 0 0 0,50 30 0 0 0,41 23 0 0 0,26 16 0 0 0,19 9 0 0 0,13 5 0 0 0,8 1 0 0 0,3-1 0 0 0,-5-7 0 0 0,-11-12 0 0 0,-16-17 0 0 0,-4 4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15988 8905 16383 0 0,'14'7'0'0'0,"5"10"0"0"0,6 1 0 0 0,-1 5 0 0 0,2 13 0 0 0,4 0 0 0 0,4 8 0 0 0,3-3 0 0 0,-5-2 0 0 0,-7 0 0 0 0,5 0 0 0 0,6-7 0 0 0,3-1 0 0 0,2-6 0 0 0,15-1 0 0 0,6 3 0 0 0,5-3 0 0 0,14 2 0 0 0,6 3 0 0 0,-4-4 0 0 0,-24-5 0 0 0,-28-7 0 0 0,-27-5 0 0 0,-21-4 0 0 0,-15-3 0 0 0,-8-1 0 0 0,-6-1 0 0 0,-1 0 0 0 0,0-1 0 0 0,8-6 0 0 0,4-2 0 0 0,0-13 0 0 0,0-10 0 0 0,-2-7 0 0 0,6-3 0 0 0,1-1 0 0 0,-2-1 0 0 0,5 1 0 0 0,7 0 0 0 0,7 1 0 0 0,5 1 0 0 0,5 0 0 0 0,2 0 0 0 0,2 1 0 0 0,7 7 0 0 0,3 16 0 0 0,-1 18 0 0 0,5 24 0 0 0,0 14 0 0 0,5 15 0 0 0,-2 6 0 0 0,-3 0 0 0 0,3-4 0 0 0,-3-3 0 0 0,12-11 0 0 0,0 1 0 0 0,3-5 0 0 0,-3 4 0 0 0,0-5 0 0 0,3-1 0 0 0,3 1 0 0 0,-4 0 0 0 0,8-5 0 0 0,-4-1 0 0 0,8-5 0 0 0,4-1 0 0 0,8 4 0 0 0,9-4 0 0 0,1-6 0 0 0,-3-5 0 0 0,-4-6 0 0 0,-5-3 0 0 0,-5 4 0 0 0,-2 8 0 0 0,-2 1 0 0 0,-1-2 0 0 0,0-3 0 0 0,-1-5 0 0 0,1-3 0 0 0,0-2 0 0 0,0-1 0 0 0,0-1 0 0 0,1-1 0 0 0,-1 0 0 0 0,1 1 0 0 0,-1-1 0 0 0,1 1 0 0 0,-1 0 0 0 0,1-1 0 0 0,-1 1 0 0 0,1 0 0 0 0,-1 1 0 0 0,1-9 0 0 0,-1-1 0 0 0,1 0 0 0 0,-1 2 0 0 0,1-5 0 0 0,-1-1 0 0 0,-6-4 0 0 0,-3-1 0 0 0,1 4 0 0 0,1-3 0 0 0,2-6 0 0 0,3 1 0 0 0,-7-2 0 0 0,0 2 0 0 0,-14 5 0 0 0,-16 6 0 0 0,-16 4 0 0 0,-13 4 0 0 0,-8 2 0 0 0,-6 1 0 0 0,-2 1 0 0 0,-2 0 0 0 0,0 0 0 0 0,1 0 0 0 0,1-1 0 0 0,0 1 0 0 0,1-1 0 0 0,0 0 0 0 0,0 0 0 0 0,1 0 0 0 0,0-7 0 0 0,-1-3 0 0 0,1 1 0 0 0,0 2 0 0 0,-1-5 0 0 0,1-1 0 0 0,-1 3 0 0 0,1 2 0 0 0,-1 3 0 0 0,-6-5 0 0 0,-3-1 0 0 0,0 2 0 0 0,2 2 0 0 0,3 2 0 0 0,1 3 0 0 0,2 0 0 0 0,1 2 0 0 0,0 0 0 0 0,1 1 0 0 0,0-1 0 0 0,0 0 0 0 0,0 1 0 0 0,13-1 0 0 0,20 0 0 0 0,24 0 0 0 0,32 7 0 0 0,13 3 0 0 0,19-1 0 0 0,9 5 0 0 0,4 7 0 0 0,0 1 0 0 0,5 3 0 0 0,1-3 0 0 0,4 2 0 0 0,-1-2 0 0 0,10 1 0 0 0,0 4 0 0 0,10 5 0 0 0,-2 3 0 0 0,-8 4 0 0 0,-15-6 0 0 0,-11-8 0 0 0,-19-1 0 0 0,-21 2 0 0 0,-26-3 0 0 0,-16 2 0 0 0,-16-4 0 0 0,-20 2 0 0 0,-11 3 0 0 0,-6-1 0 0 0,-9-6 0 0 0,-15-6 0 0 0,-31-5 0 0 0,-18-12 0 0 0,3-4 0 0 0,9-1 0 0 0,16-6 0 0 0,16-1 0 0 0,15 3 0 0 0,11 3 0 0 0,8 4 0 0 0,3 2 0 0 0,2 3 0 0 0,22 1 0 0 0,28 0 0 0 0,33 1 0 0 0,16-1 0 0 0,6 1 0 0 0,-17-1 0 0 0,-23 1 0 0 0,-37-1 0 0 0,-45 0 0 0 0,-34 0 0 0 0,-23 0 0 0 0,-7 0 0 0 0,4 0 0 0 0,0 0 0 0 0,12 0 0 0 0,11 0 0 0 0,27 0 0 0 0,32 0 0 0 0,44 0 0 0 0,26 0 0 0 0,22 0 0 0 0,8 0 0 0 0,-1 0 0 0 0,-3 0 0 0 0,-7 0 0 0 0,-18 7 0 0 0,-30 16 0 0 0,-38 12 0 0 0,-41 14 0 0 0,-30 12 0 0 0,-12-4 0 0 0,0-4 0 0 0,12-12 0 0 0,16-12 0 0 0,30-12 0 0 0,31-8 0 0 0,28-6 0 0 0,34-3 0 0 0,52-2 0 0 0,48-1 0 0 0,35 1 0 0 0,23 0 0 0 0,8 1 0 0 0,-10 0 0 0 0,-31 1 0 0 0,-43 7 0 0 0,-70 9 0 0 0,-85 10 0 0 0,-101 6 0 0 0,-90 6 0 0 0,-56-4 0 0 0,-36-8 0 0 0,1-8 0 0 0,40-7 0 0 0,53-6 0 0 0,79-10 0 0 0,93-19 0 0 0,112-19 0 0 0,109-17 0 0 0,110-5 0 0 0,73 9 0 0 0,60 14 0 0 0,31 13 0 0 0,-24 13 0 0 0,-62 8 0 0 0,-85 6 0 0 0,-95 10 0 0 0,-99 4 0 0 0,-83 7 0 0 0,-77 0 0 0 0,-80-3 0 0 0,-76-4 0 0 0,-75-5 0 0 0,-40-3 0 0 0,-17-2 0 0 0,34-2 0 0 0,59 0 0 0 0,71-1 0 0 0,70-7 0 0 0,73-2 0 0 0,89 1 0 0 0,111 1 0 0 0,132 3 0 0 0,111 2 0 0 0,83 1 0 0 0,48 15 0 0 0,-13 13 0 0 0,-70 9 0 0 0,-101-2 0 0 0,-106 1 0 0 0,-97-6 0 0 0,-84-7 0 0 0,-69-7 0 0 0,-51 1 0 0 0,-19-3 0 0 0,-6 5 0 0 0,7-1 0 0 0,14-4 0 0 0,14-3 0 0 0,13-3 0 0 0,8 4 0 0 0,-1 0 0 0 0,-20-1 0 0 0,-69-2 0 0 0,-102-17 0 0 0,-80-20 0 0 0,-64-27 0 0 0,-15-17 0 0 0,47 3 0 0 0,69 8 0 0 0,83 6 0 0 0,97 14 0 0 0,115 14 0 0 0,121 11 0 0 0,114 10 0 0 0,80 5 0 0 0,41 4 0 0 0,8 1 0 0 0,-39 1 0 0 0,-70 0 0 0 0,-71-1 0 0 0,-63-1 0 0 0,-54 7 0 0 0,-39 9 0 0 0,-41 1 0 0 0,-33-2 0 0 0,-33-4 0 0 0,-25-3 0 0 0,-18-5 0 0 0,-10-1 0 0 0,7-10 0 0 0,24-10 0 0 0,41-2 0 0 0,44-5 0 0 0,29 2 0 0 0,18 4 0 0 0,10 6 0 0 0,9-3 0 0 0,2 2 0 0 0,5 2 0 0 0,-2-3 0 0 0,-6 0 0 0 0,-5 3 0 0 0,-4 3 0 0 0,2-4 0 0 0,0 0 0 0 0,-1 2 0 0 0,-3 3 0 0 0,-3 2 0 0 0,-1-5 0 0 0,-2-7 0 0 0,-14-9 0 0 0,-13-6 0 0 0,-22-5 0 0 0,-11-4 0 0 0,-9 6 0 0 0,1-5 0 0 0,-4 3 0 0 0,-2 2 0 0 0,3-1 0 0 0,0-1 0 0 0,-2 20 0 0 0,-3 20 0 0 0,4 16 0 0 0,8 12 0 0 0,14 1 0 0 0,15 2 0 0 0,7 3 0 0 0,-6-6 0 0 0,-11-8 0 0 0,-13-14 0 0 0,-10-17 0 0 0,-1-13 0 0 0,11-4 0 0 0,23 3 0 0 0,31 5 0 0 0,37 6 0 0 0,34 11 0 0 0,20 13 0 0 0,2 4 0 0 0,-14 0 0 0 0,-6 3 0 0 0,-7-1 0 0 0,-15-5 0 0 0,6 4 0 0 0,14 5 0 0 0,4 5 0 0 0,11-1 0 0 0,-2-6 0 0 0,-1 1 0 0 0,-6 4 0 0 0,-9-3 0 0 0,-9 2 0 0 0,-13-4 0 0 0,-14-4 0 0 0,-12-6 0 0 0,-1-5 0 0 0,-11 4 0 0 0,-6 0 0 0 0,4 6 0 0 0,9-1 0 0 0,10 5 0 0 0,7 6 0 0 0,0-1 0 0 0,2 1 0 0 0,-12 4 0 0 0,-8-3 0 0 0,-14 1 0 0 0,-20-5 0 0 0,-34 2 0 0 0,-36 2 0 0 0,-29-2 0 0 0,-38-6 0 0 0,-40-6 0 0 0,-42-5 0 0 0,-16-5 0 0 0,2-1 0 0 0,15-3 0 0 0,21 0 0 0 0,27 0 0 0 0,25 0 0 0 0,27 0 0 0 0,23 0 0 0 0,18 1 0 0 0,5 0 0 0 0,5 0 0 0 0,-4 0 0 0 0,0-7 0 0 0,2-2 0 0 0,17 0 0 0 0,28 2 0 0 0,44-6 0 0 0,43-6 0 0 0,29-1 0 0 0,24 3 0 0 0,18 5 0 0 0,18-4 0 0 0,8-4 0 0 0,3-1 0 0 0,-9-2 0 0 0,-13 1 0 0 0,-25 6 0 0 0,-51 5 0 0 0,-52 4 0 0 0,-54 4 0 0 0,-58 2 0 0 0,-50 1 0 0 0,-31 1 0 0 0,-16 0 0 0 0,-21-7 0 0 0,3-10 0 0 0,20-9 0 0 0,34 0 0 0 0,26 4 0 0 0,26-2 0 0 0,14-3 0 0 0,27 2 0 0 0,29 5 0 0 0,25 6 0 0 0,33 6 0 0 0,31 3 0 0 0,25 2 0 0 0,17 3 0 0 0,5 0 0 0 0,-4 0 0 0 0,-7 0 0 0 0,-6 0 0 0 0,-14-1 0 0 0,-21 8 0 0 0,-36 1 0 0 0,-43 7 0 0 0,-41 1 0 0 0,-53-3 0 0 0,-64-4 0 0 0,-60-3 0 0 0,-46-3 0 0 0,-32-2 0 0 0,1-2 0 0 0,18 0 0 0 0,45-1 0 0 0,57 0 0 0 0,54 1 0 0 0,57-1 0 0 0,56 1 0 0 0,54 0 0 0 0,42 0 0 0 0,29-1 0 0 0,27 2 0 0 0,33-1 0 0 0,24 0 0 0 0,24 0 0 0 0,10 0 0 0 0,4 0 0 0 0,-1 0 0 0 0,-25 0 0 0 0,-38 0 0 0 0,-40 0 0 0 0,-33 7 0 0 0,-32 9 0 0 0,-38 2 0 0 0,-37 6 0 0 0,-44 4 0 0 0,-52 6 0 0 0,-63 4 0 0 0,-51-5 0 0 0,-50-8 0 0 0,-40-8 0 0 0,-16-7 0 0 0,0-5 0 0 0,29-4 0 0 0,46-2 0 0 0,59 0 0 0 0,58-1 0 0 0,68 1 0 0 0,59 0 0 0 0,49 0 0 0 0,45 1 0 0 0,39-1 0 0 0,49 1 0 0 0,46 0 0 0 0,43 0 0 0 0,35 0 0 0 0,11 1 0 0 0,-11-1 0 0 0,-33 0 0 0 0,-45 0 0 0 0,-53 0 0 0 0,-45 0 0 0 0,-49 7 0 0 0,-50 2 0 0 0,-41 7 0 0 0,-45 15 0 0 0,-51 9 0 0 0,-63 12 0 0 0,-62 4 0 0 0,-60-8 0 0 0,-48-11 0 0 0,-41-13 0 0 0,-16-10 0 0 0,12-7 0 0 0,60-5 0 0 0,74-3 0 0 0,90-9 0 0 0,89-1 0 0 0,94 0 0 0 0,82 2 0 0 0,82 2 0 0 0,69 4 0 0 0,65 1 0 0 0,43 1 0 0 0,27 1 0 0 0,20 0 0 0 0,-22 1 0 0 0,-45-1 0 0 0,-65 1 0 0 0,-70-1 0 0 0,-74 0 0 0 0,-78 0 0 0 0,-68 7 0 0 0,-64 10 0 0 0,-59 8 0 0 0,-52 8 0 0 0,-35-3 0 0 0,-20-5 0 0 0,-7-8 0 0 0,13-6 0 0 0,28-6 0 0 0,44-3 0 0 0,47-2 0 0 0,60-1 0 0 0,49 0 0 0 0,57 0 0 0 0,72 0 0 0 0,68 0 0 0 0,47 0 0 0 0,42 8 0 0 0,-2 2 0 0 0,-24 0 0 0 0,-46-1 0 0 0,-54 4 0 0 0,-65 8 0 0 0,-79 14 0 0 0,-103 15 0 0 0,-130 15 0 0 0,-124 2 0 0 0,-105-10 0 0 0,-72-14 0 0 0,-21-14 0 0 0,43-12 0 0 0,96-9 0 0 0,112-6 0 0 0,138-2 0 0 0,148-2 0 0 0,142-7 0 0 0,121-2 0 0 0,106 2 0 0 0,64 1 0 0 0,21 3 0 0 0,7 3 0 0 0,-14 1 0 0 0,-22 1 0 0 0,-43 2 0 0 0,-54-1 0 0 0,-65 0 0 0 0,-65 1 0 0 0,-55-1 0 0 0,-54 1 0 0 0,-66-1 0 0 0,-83 7 0 0 0,-82 16 0 0 0,-76 12 0 0 0,-61 14 0 0 0,-34 12 0 0 0,-10 3 0 0 0,28-2 0 0 0,52-4 0 0 0,67-13 0 0 0,59-14 0 0 0,83-11 0 0 0,101-17 0 0 0,121-16 0 0 0,104-6 0 0 0,97 1 0 0 0,73 3 0 0 0,40 4 0 0 0,-6 4 0 0 0,-53 3 0 0 0,-84 3 0 0 0,-85 1 0 0 0,-662 64 0 0 0,-290 21 0 0 0,-60-4 0 0 0,93-15 0 0 0,153-20 0 0 0,165-24 0 0 0,149-23 0 0 0,145-25 0 0 0,118-16 0 0 0,98-7 0 0 0,71-3 0 0 0,40 1 0 0 0,3-6 0 0 0,-17 8 0 0 0,-31 4 0 0 0,-45 11 0 0 0,-40 10 0 0 0,-36 10 0 0 0,-28 7 0 0 0,-19 5 0 0 0,-41 2 0 0 0,-79 2 0 0 0,-85 0 0 0 0,-101 0 0 0 0,-94 0 0 0 0,-64-1 0 0 0,-6-1 0 0 0,46 1 0 0 0,80-1 0 0 0,109 0 0 0 0,135-7 0 0 0,153-10 0 0 0,121-1 0 0 0,100 1 0 0 0,64 5 0 0 0,43 4 0 0 0,4 10 0 0 0,-45 12 0 0 0,-75 3 0 0 0,-85 0 0 0 0,-83 3 0 0 0,-66 13 0 0 0,-70 7 0 0 0,-80 19 0 0 0,-85 19 0 0 0,-95 26 0 0 0,-84 16 0 0 0,-56 2 0 0 0,-13-13 0 0 0,40-18 0 0 0,74-25 0 0 0,92-23 0 0 0,100-26 0 0 0,114-23 0 0 0,103-17 0 0 0,108-13 0 0 0,77 1 0 0 0,64 6 0 0 0,45 7 0 0 0,16 9 0 0 0,-11 5 0 0 0,-28 5 0 0 0,-53 3 0 0 0,-78 1 0 0 0,-78 0 0 0 0,-84 1 0 0 0,-116-1 0 0 0,-142 0 0 0 0,-128 0 0 0 0,-123-1 0 0 0,-76 0 0 0 0,-14 0 0 0 0,42 0 0 0 0,85 0 0 0 0,97 0 0 0 0,102 0 0 0 0,115-7 0 0 0,116-10 0 0 0,90-1 0 0 0,75 2 0 0 0,70 3 0 0 0,55 12 0 0 0,31 13 0 0 0,-14 11 0 0 0,-56 2 0 0 0,-74-4 0 0 0,-71 2 0 0 0,-70-2 0 0 0,-88-6 0 0 0,-130-5 0 0 0,-150-18 0 0 0,-164-36 0 0 0,-93-25 0 0 0,-12-15 0 0 0,63 0 0 0 0,106 15 0 0 0,109 18 0 0 0,120 18 0 0 0,140 15 0 0 0,155 18 0 0 0,136 22 0 0 0,111 22 0 0 0,50 25 0 0 0,-9 7 0 0 0,-58-2 0 0 0,-88-13 0 0 0,-87-18 0 0 0,-79-8 0 0 0,-83-4 0 0 0,-91 1 0 0 0,-88 1 0 0 0,-78 2 0 0 0,-39-4 0 0 0,-19-8 0 0 0,22-8 0 0 0,46-6 0 0 0,92-5 0 0 0,120-3 0 0 0,123-2 0 0 0,122 14 0 0 0,74 11 0 0 0,31 16 0 0 0,-19 8 0 0 0,-60-4 0 0 0,-72-9 0 0 0,-64-11 0 0 0,-50-3 0 0 0,-48 3 0 0 0,-76-3 0 0 0,-75-5 0 0 0,-105-6 0 0 0,-101-3 0 0 0,-77-4 0 0 0,-29-2 0 0 0,13-2 0 0 0,54 0 0 0 0,79 0 0 0 0,106 0 0 0 0,123 1 0 0 0,125-1 0 0 0,118 1 0 0 0,109 21 0 0 0,64 14 0 0 0,33 15 0 0 0,-12 7 0 0 0,-52-7 0 0 0,-78-12 0 0 0,-127-12 0 0 0,-186-11 0 0 0,-262-36 0 0 0,-339-64 0 0 0,-386-81 0 0 0,-298-75 0 0 0,-128-47 0 0 0,99 12 0 0 0,238 45 0 0 0,303 63 0 0 0,283 59 0 0 0,247 49 0 0 0,214 34 0 0 0,205 22 0 0 0,214 18 0 0 0,211 28 0 0 0,194 43 0 0 0,153 41 0 0 0,78 28 0 0 0,-14 9 0 0 0,-102-2 0 0 0,-148-15 0 0 0,-175-31 0 0 0,-172-36 0 0 0,-164-31 0 0 0,-144-24 0 0 0,-119-16 0 0 0,-91-9 0 0 0,-64-5 0 0 0,-37-1 0 0 0,-12 1 0 0 0,10 1 0 0 0,19 1 0 0 0,43 2 0 0 0,53-6 0 0 0,71-2 0 0 0,103 1 0 0 0,129 2 0 0 0,129 2 0 0 0,133 17 0 0 0,86 19 0 0 0,33 19 0 0 0,-27 8 0 0 0,-75 2 0 0 0,-105-10 0 0 0,-104-14 0 0 0,-128-12 0 0 0,-131-11 0 0 0,-126-7 0 0 0,-108-5 0 0 0,-67-2 0 0 0,-49-2 0 0 0,-11-6 0 0 0,11-17 0 0 0,25-11 0 0 0,52 2 0 0 0,54-1 0 0 0,61-2 0 0 0,54 7 0 0 0,42 7 0 0 0,34-5 0 0 0,41-5 0 0 0,49-26 0 0 0,68-23 0 0 0,72-11 0 0 0,54-5 0 0 0,45 8 0 0 0,23 13 0 0 0,4 19 0 0 0,-23 19 0 0 0,-38 18 0 0 0,-47 11 0 0 0,-42 8 0 0 0,-34 5 0 0 0,-24 2 0 0 0,-7 0 0 0 0,2-1 0 0 0,14 0 0 0 0,9-2 0 0 0,-1 0 0 0 0,-5 0 0 0 0,-29-1 0 0 0,-28 7 0 0 0,-45 9 0 0 0,-65 17 0 0 0,-73 15 0 0 0,-70 15 0 0 0,-44 4 0 0 0,-9-3 0 0 0,32-12 0 0 0,39-16 0 0 0,58-12 0 0 0,78-12 0 0 0,89-7 0 0 0,130 9 0 0 0,140 17 0 0 0,144 31 0 0 0,143 33 0 0 0,118 36 0 0 0,84 24 0 0 0,5 7 0 0 0,-71-18 0 0 0,-118-18 0 0 0,-151-24 0 0 0,-147-30 0 0 0,-142-26 0 0 0,-144-22 0 0 0,-134-14 0 0 0,-121-9 0 0 0,-85-5 0 0 0,-42-2 0 0 0,-17 1 0 0 0,4 0 0 0 0,28 2 0 0 0,29 1 0 0 0,44-6 0 0 0,59-2 0 0 0,51 1 0 0 0,42-5 0 0 0,20-8 0 0 0,-18-13 0 0 0,-41-15 0 0 0,-51-21 0 0 0,-42-12 0 0 0,-15-6 0 0 0,14 12 0 0 0,42 12 0 0 0,54 3 0 0 0,59 12 0 0 0,58 8 0 0 0,83 3 0 0 0,104-5 0 0 0,87-9 0 0 0,73-4 0 0 0,45 2 0 0 0,4 10 0 0 0,-33 13 0 0 0,-59 11 0 0 0,-63 10 0 0 0,-60 6 0 0 0,-49 5 0 0 0,-64 1 0 0 0,-52 2 0 0 0,-67-1 0 0 0,-104 0 0 0 0,-113 0 0 0 0,-98-1 0 0 0,-88-8 0 0 0,-18-2 0 0 0,47 0 0 0 0,94 2 0 0 0,101 1 0 0 0,87-4 0 0 0,73-8 0 0 0,74-15 0 0 0,62-24 0 0 0,61-22 0 0 0,62-12 0 0 0,53-5 0 0 0,40-1 0 0 0,26 3 0 0 0,22 10 0 0 0,-13 20 0 0 0,-33 20 0 0 0,-54 17 0 0 0,-54 14 0 0 0,-59 9 0 0 0,-66 13 0 0 0,-73 18 0 0 0,-69 11 0 0 0,-78 15 0 0 0,-56 4 0 0 0,-26-7 0 0 0,-23-12 0 0 0,-9-13 0 0 0,27-10 0 0 0,48-8 0 0 0,57-5 0 0 0,51-3 0 0 0,70-2 0 0 0,72-6 0 0 0,76-10 0 0 0,72-8 0 0 0,51-7 0 0 0,4 3 0 0 0,-29 6 0 0 0,-38 8 0 0 0,-46 13 0 0 0,-47 8 0 0 0,-40 10 0 0 0,-30 10 0 0 0,-42 15 0 0 0,-31 14 0 0 0,-17-1 0 0 0,3-9 0 0 0,12-13 0 0 0,27-11 0 0 0,38-8 0 0 0,59 0 0 0 0,72 6 0 0 0,75 14 0 0 0,55 8 0 0 0,15 6 0 0 0,-14 1 0 0 0,-40-7 0 0 0,-62-2 0 0 0,-67-9 0 0 0,-68-8 0 0 0,-69-8 0 0 0,-58-6 0 0 0,-50-4 0 0 0,-32-2 0 0 0,-14-1 0 0 0,-13-1 0 0 0,-16 1 0 0 0,-1-8 0 0 0,22-8 0 0 0,35-2 0 0 0,43 3 0 0 0,48-4 0 0 0,48-5 0 0 0,55-5 0 0 0,70-12 0 0 0,65-6 0 0 0,45 6 0 0 0,20 9 0 0 0,4 11 0 0 0,-18 9 0 0 0,-20 6 0 0 0,-31 5 0 0 0,-52 3 0 0 0,-62 8 0 0 0,-56 2 0 0 0,-63 7 0 0 0,-59 7 0 0 0,-22 0 0 0 0,-11-5 0 0 0,15-6 0 0 0,21-5 0 0 0,31-4 0 0 0,29-3 0 0 0,38-16 0 0 0,34-12 0 0 0,30-17 0 0 0,19-14 0 0 0,20-5 0 0 0,8 1 0 0 0,3-10 0 0 0,12-1 0 0 0,1 6 0 0 0,-4 14 0 0 0,-13 8 0 0 0,-10 5 0 0 0,3 9 0 0 0,14 10 0 0 0,18 0 0 0 0,9-2 0 0 0,-2 2 0 0 0,-10 4 0 0 0,-17-2 0 0 0,-40-11 0 0 0,-59-2 0 0 0,-43-10 0 0 0,-36-11 0 0 0,-40-18 0 0 0,-21-12 0 0 0,-9 1 0 0 0,14 8 0 0 0,30 16 0 0 0,33 18 0 0 0,34 8 0 0 0,39 9 0 0 0,46 2 0 0 0,51-3 0 0 0,29 3 0 0 0,29 4 0 0 0,22-2 0 0 0,2 2 0 0 0,-16 4 0 0 0,-22 4 0 0 0,-21 3 0 0 0,-45 2 0 0 0,-65 3 0 0 0,-62 0 0 0 0,-65 1 0 0 0,-49-1 0 0 0,-24 1 0 0 0,-9 0 0 0 0,15-1 0 0 0,31 0 0 0 0,42 0 0 0 0,67 0 0 0 0,68 0 0 0 0,59 0 0 0 0,43 0 0 0 0,27 0 0 0 0,16 0 0 0 0,0 0 0 0 0,-1 0 0 0 0,-8 0 0 0 0,-11 0 0 0 0,4 7 0 0 0,-10 3 0 0 0,-9-1 0 0 0,-13-2 0 0 0,-14-2 0 0 0,-11-2 0 0 0,-15 13 0 0 0,-37 10 0 0 0,-53 16 0 0 0,-48 14 0 0 0,-49 12 0 0 0,-29 8 0 0 0,-19-1 0 0 0,8-7 0 0 0,29-8 0 0 0,34-13 0 0 0,31-16 0 0 0,37-13 0 0 0,36-9 0 0 0,41-6 0 0 0,46-4 0 0 0,60-1 0 0 0,57-8 0 0 0,40-2 0 0 0,38 1 0 0 0,30 2 0 0 0,36-4 0 0 0,-10-7 0 0 0,-38-7 0 0 0,-53 0 0 0 0,-59 6 0 0 0,-71 6 0 0 0,-75 6 0 0 0,-69 4 0 0 0,-70 3 0 0 0,-71 1 0 0 0,-82 2 0 0 0,-87-14 0 0 0,-60-18 0 0 0,-39-19 0 0 0,10-8 0 0 0,31 0 0 0 0,64 1 0 0 0,84 12 0 0 0,109 13 0 0 0,130 11 0 0 0,126 10 0 0 0,130 7 0 0 0,119 4 0 0 0,91 2 0 0 0,55 0 0 0 0,29-6 0 0 0,-19-18 0 0 0,-32-11 0 0 0,-53-8 0 0 0,-49-3 0 0 0,-39-9 0 0 0,-39-2 0 0 0,-43 1 0 0 0,-55 9 0 0 0,-48 13 0 0 0,-42 12 0 0 0,-31 9 0 0 0,-35 7 0 0 0,-46 3 0 0 0,-71 3 0 0 0,-99 0 0 0 0,-91 1 0 0 0,-78-1 0 0 0,-56-1 0 0 0,-18 0 0 0 0,21-1 0 0 0,50 1 0 0 0,64-1 0 0 0,72 0 0 0 0,87-1 0 0 0,72 1 0 0 0,80 0 0 0 0,93 0 0 0 0,103 0 0 0 0,91 0 0 0 0,64 0 0 0 0,52 0 0 0 0,31 0 0 0 0,-7 0 0 0 0,-45 0 0 0 0,-63 0 0 0 0,-69 0 0 0 0,-75 0 0 0 0,-79 0 0 0 0,-73 0 0 0 0,-89 0 0 0 0,-78 0 0 0 0,-70 0 0 0 0,-37 0 0 0 0,-17 0 0 0 0,13 0 0 0 0,23 0 0 0 0,40 0 0 0 0,77 0 0 0 0,102 0 0 0 0,106 0 0 0 0,96 0 0 0 0,75 0 0 0 0,72 14 0 0 0,47 19 0 0 0,1 11 0 0 0,-32 5 0 0 0,-60-6 0 0 0,-77-11 0 0 0,-72-9 0 0 0,-65 4 0 0 0,-65-2 0 0 0,-59 9 0 0 0,-76 12 0 0 0,-78 13 0 0 0,-74 4 0 0 0,-57 4 0 0 0,-33-1 0 0 0,-3 2 0 0 0,16-4 0 0 0,41-12 0 0 0,55-16 0 0 0,59-13 0 0 0,52-11 0 0 0,32-7 0 0 0,51-5 0 0 0,60-9 0 0 0,82-18 0 0 0,101-25 0 0 0,100-10 0 0 0,81 4 0 0 0,67 13 0 0 0,55 14 0 0 0,25 12 0 0 0,6 9 0 0 0,-19 28 0 0 0,-34 18 0 0 0,-73 9 0 0 0,-85-2 0 0 0,-92-9 0 0 0,-101-10 0 0 0,-124-9 0 0 0,-126-7 0 0 0,-123-6 0 0 0,-106-2 0 0 0,-73-1 0 0 0,-29-1 0 0 0,-3 0 0 0 0,25 1 0 0 0,35-1 0 0 0,55 2 0 0 0,62-1 0 0 0,70 1 0 0 0,61 0 0 0 0,62 0 0 0 0,51 0 0 0 0,50 1 0 0 0,43-8 0 0 0,30-3 0 0 0,28 1 0 0 0,19 2 0 0 0,8 2 0 0 0,5 2 0 0 0,18 1 0 0 0,14 1 0 0 0,11 8 0 0 0,-1 10 0 0 0,-13 9 0 0 0,-18 7 0 0 0,-23 5 0 0 0,-22 3 0 0 0,-32 9 0 0 0,-39 17 0 0 0,-36 25 0 0 0,-41 19 0 0 0,-53 17 0 0 0,-55 10 0 0 0,-47 1 0 0 0,-50-15 0 0 0,-43-22 0 0 0,-10-28 0 0 0,1-27 0 0 0,34-21 0 0 0,44-15 0 0 0,50-10 0 0 0,52-19 0 0 0,49-34 0 0 0,47-16 0 0 0,47-10 0 0 0,51-13 0 0 0,45-6 0 0 0,34 1 0 0 0,23 8 0 0 0,0 20 0 0 0,-12 22 0 0 0,-31 18 0 0 0,-33 14 0 0 0,-44 9 0 0 0,-43 6 0 0 0,-47 2 0 0 0,-56 2 0 0 0,-52-2 0 0 0,-61 0 0 0 0,-56-1 0 0 0,-37 0 0 0 0,-6-2 0 0 0,17 1 0 0 0,39-1 0 0 0,52-1 0 0 0,55-6 0 0 0,69-2 0 0 0,86 0 0 0 0,93 1 0 0 0,109 3 0 0 0,107 16 0 0 0,93 34 0 0 0,58 24 0 0 0,14 14 0 0 0,-37 0 0 0 0,-77-7 0 0 0,-98-16 0 0 0,-122-19 0 0 0,-133-16 0 0 0,-129-12 0 0 0,-107-9 0 0 0,-91-4 0 0 0,-60-3 0 0 0,-21-8 0 0 0,9-9 0 0 0,37-8 0 0 0,59 1 0 0 0,53-2 0 0 0,55-4 0 0 0,52-3 0 0 0,45-16 0 0 0,45-21 0 0 0,39-5 0 0 0,36-3 0 0 0,28 5 0 0 0,19 15 0 0 0,6 19 0 0 0,-11 16 0 0 0,-16 12 0 0 0,-16 9 0 0 0,-28 12 0 0 0,-43 26 0 0 0,-57 15 0 0 0,-83 20 0 0 0,-82 5 0 0 0,-81-2 0 0 0,-46-13 0 0 0,1-17 0 0 0,37-15 0 0 0,57-12 0 0 0,65-9 0 0 0,63-11 0 0 0,67-13 0 0 0,72-24 0 0 0,88-25 0 0 0,91-16 0 0 0,90-8 0 0 0,60 5 0 0 0,41 18 0 0 0,20 19 0 0 0,-11 20 0 0 0,-44 13 0 0 0,-67 11 0 0 0,-76 6 0 0 0,-65 3 0 0 0,-51 1 0 0 0,-33 14 0 0 0,-27 11 0 0 0,-19 7 0 0 0,-11 13 0 0 0,-7 18 0 0 0,-2 12 0 0 0,0 7 0 0 0,-5-5 0 0 0,-9-1 0 0 0,-14-14 0 0 0,-23-12 0 0 0,-22-15 0 0 0,-33-14 0 0 0,-68-11 0 0 0,-59-23 0 0 0,-67-30 0 0 0,-52-51 0 0 0,-21-46 0 0 0,-2-27 0 0 0,42-22 0 0 0,58-15 0 0 0,70-1 0 0 0,71 19 0 0 0,59 20 0 0 0,51 23 0 0 0,45 21 0 0 0,41 23 0 0 0,39 21 0 0 0,54 17 0 0 0,50 17 0 0 0,55 15 0 0 0,49 13 0 0 0,43 8 0 0 0,12 11 0 0 0,-26 12 0 0 0,-55 3 0 0 0,-68-2 0 0 0,-69 2 0 0 0,-65 11 0 0 0,-67 8 0 0 0,-62 18 0 0 0,-57 5 0 0 0,-53 0 0 0 0,-18 2 0 0 0,0-9 0 0 0,17-15 0 0 0,30-14 0 0 0,31-13 0 0 0,62-8 0 0 0,101-19 0 0 0,111-16 0 0 0,106-2 0 0 0,96 4 0 0 0,64 13 0 0 0,6 23 0 0 0,-49 17 0 0 0,-85 4 0 0 0,-88-3 0 0 0,-88 0 0 0 0,-87 3 0 0 0,-101 10 0 0 0,-97 5 0 0 0,-72 9 0 0 0,-46 2 0 0 0,-20 6 0 0 0,-10-2 0 0 0,12-10 0 0 0,-2-14 0 0 0,-7-14 0 0 0,-24-10 0 0 0,-48-8 0 0 0,-46-25 0 0 0,-30-31 0 0 0,-9-28 0 0 0,16-22 0 0 0,48-14 0 0 0,76 5 0 0 0,85 14 0 0 0,82 16 0 0 0,66 8 0 0 0,68 16 0 0 0,72 11 0 0 0,83 5 0 0 0,96 3 0 0 0,84 8 0 0 0,87 8 0 0 0,74 23 0 0 0,31 31 0 0 0,-21 25 0 0 0,-72 16 0 0 0,-102 3 0 0 0,-97-12 0 0 0,-78-10 0 0 0,-65-7 0 0 0,-58 10 0 0 0,-61 8 0 0 0,-59 15 0 0 0,-47 14 0 0 0,-34 13 0 0 0,-14 2 0 0 0,4 3 0 0 0,29-10 0 0 0,21-16 0 0 0,27-16 0 0 0,26-19 0 0 0,21-19 0 0 0,15-16 0 0 0,10-9 0 0 0,5-7 0 0 0,2-4 0 0 0,-8-1 0 0 0,-9 1 0 0 0,-11-8 0 0 0,-8-21 0 0 0,1-21 0 0 0,6-22 0 0 0,13-19 0 0 0,16-16 0 0 0,14-23 0 0 0,18-11 0 0 0,24 5 0 0 0,15 12 0 0 0,16 21 0 0 0,6 28 0 0 0,1 28 0 0 0,-2 21 0 0 0,-12 31 0 0 0,-12 43 0 0 0,-12 49 0 0 0,-17 37 0 0 0,-29 31 0 0 0,-32 9 0 0 0,-27 5 0 0 0,-28-15 0 0 0,-1-34 0 0 0,4-32 0 0 0,15-31 0 0 0,22-42 0 0 0,32-45 0 0 0,43-47 0 0 0,50-33 0 0 0,58-27 0 0 0,60-12 0 0 0,36-4 0 0 0,5 23 0 0 0,-6 19 0 0 0,-23 19 0 0 0,-36 25 0 0 0,-43 51 0 0 0,-45 61 0 0 0,-48 58 0 0 0,-53 53 0 0 0,-54 40 0 0 0,-54 28 0 0 0,-57 4 0 0 0,-21-18 0 0 0,-15-38 0 0 0,-8-43 0 0 0,18-44 0 0 0,21-38 0 0 0,17-28 0 0 0,15-19 0 0 0,17-17 0 0 0,14-28 0 0 0,27-22 0 0 0,26-8 0 0 0,31 1 0 0 0,25 4 0 0 0,21 0 0 0 0,20-5 0 0 0,31-4 0 0 0,32 3 0 0 0,41-1 0 0 0,37-3 0 0 0,37-3 0 0 0,39-2 0 0 0,30 4 0 0 0,24 8 0 0 0,0 9 0 0 0,-10 6 0 0 0,-28 5 0 0 0,-47 11 0 0 0,-48 10 0 0 0,-27 10 0 0 0,-31 1 0 0 0,-23 2 0 0 0,-28 11 0 0 0,-26 12 0 0 0,-27 19 0 0 0,-32 10 0 0 0,-41 14 0 0 0,-46 11 0 0 0,-41 2 0 0 0,-39-11 0 0 0,-38-15 0 0 0,-31-14 0 0 0,-15-11 0 0 0,9-10 0 0 0,34-4 0 0 0,41-4 0 0 0,51-1 0 0 0,48 0 0 0 0,66 1 0 0 0,100 7 0 0 0,84 10 0 0 0,71 10 0 0 0,37 14 0 0 0,-1 1 0 0 0,-32-6 0 0 0,-43-3 0 0 0,-49 2 0 0 0,-50 8 0 0 0,-42 26 0 0 0,-52 23 0 0 0,-48 24 0 0 0,-32 7 0 0 0,-38 3 0 0 0,-28-4 0 0 0,-12-9 0 0 0,6-16 0 0 0,20-24 0 0 0,32-25 0 0 0,32-34 0 0 0,33-32 0 0 0,28-43 0 0 0,22-51 0 0 0,22-36 0 0 0,23-27 0 0 0,30-11 0 0 0,19-3 0 0 0,18 11 0 0 0,15 14 0 0 0,10 21 0 0 0,7 22 0 0 0,3 24 0 0 0,1 29 0 0 0,-7 20 0 0 0,-17 18 0 0 0,-19 14 0 0 0,-24 18 0 0 0,-37 15 0 0 0,-29 20 0 0 0,-28 11 0 0 0,-22 4 0 0 0,-17 1 0 0 0,12-8 0 0 0,37-11 0 0 0,43-19 0 0 0,55-18 0 0 0,41-15 0 0 0,16-5 0 0 0,7 2 0 0 0,-7-1 0 0 0,-18 2 0 0 0,-15-1 0 0 0,-17 2 0 0 0,-8 6 0 0 0,-3 5 0 0 0,1 4 0 0 0,9 3 0 0 0,-2 2 0 0 0,-7 2 0 0 0,-9-1 0 0 0,-9 1 0 0 0,-5 0 0 0 0,-5-7 0 0 0,5-10 0 0 0,0-9 0 0 0,0-8 0 0 0,-2-4 0 0 0,5-11 0 0 0,9-4 0 0 0,0-1 0 0 0,4-4 0 0 0,-2 6 0 0 0,2-1 0 0 0,-2 0 0 0 0,2 3 0 0 0,-4 2 0 0 0,3 2 0 0 0,-10 2 0 0 0,-14-6 0 0 0,-6 5 0 0 0,-10 3 0 0 0,-2 9 0 0 0,-11 9 0 0 0,-22 9 0 0 0,-51 0 0 0 0,-51-5 0 0 0,-76-13 0 0 0,-63-16 0 0 0,-37-6 0 0 0,1-1 0 0 0,29 1 0 0 0,52 11 0 0 0,60 5 0 0 0,63 9 0 0 0,60 2 0 0 0,47 6 0 0 0,35 7 0 0 0,14 5 0 0 0,9 5 0 0 0,-2 2 0 0 0,-8 2 0 0 0,-8 1 0 0 0,-8 0 0 0 0,-7 1 0 0 0,10-1 0 0 0,9-1 0 0 0,15 1 0 0 0,7-1 0 0 0,-4 0 0 0 0,-10 0 0 0 0,-25 0 0 0 0,-27 0 0 0 0,-25 0 0 0 0,-20 7 0 0 0,-19 2 0 0 0,-4 7 0 0 0,14 1 0 0 0,33-3 0 0 0,37-4 0 0 0,33-3 0 0 0,33-3 0 0 0,20-2 0 0 0,-5-2 0 0 0,-8 0 0 0 0,-17-1 0 0 0,-17 0 0 0 0,-14 0 0 0 0,-12 1 0 0 0,-7 0 0 0 0,-12 7 0 0 0,-25 2 0 0 0,-21 0 0 0 0,-29-2 0 0 0,-23 5 0 0 0,-6 1 0 0 0,2-2 0 0 0,19-4 0 0 0,32-1 0 0 0,48-3 0 0 0,47-2 0 0 0,38-1 0 0 0,28 0 0 0 0,11-1 0 0 0,-6 1 0 0 0,-15-1 0 0 0,-23 1 0 0 0,-22 0 0 0 0,-21 0 0 0 0,-13 0 0 0 0,-9 0 0 0 0,-6 0 0 0 0,-1 0 0 0 0,-1 0 0 0 0,0 0 0 0 0,2 0 0 0 0,-14 0 0 0 0,-25 0 0 0 0,-40 7 0 0 0,-21 2 0 0 0,-21 0 0 0 0,-18-2 0 0 0,-13-2 0 0 0,-1-1 0 0 0,11-3 0 0 0,17 0 0 0 0,8-1 0 0 0,25 0 0 0 0,35-1 0 0 0,42 1 0 0 0,24 0 0 0 0,18-1 0 0 0,12 1 0 0 0,7 0 0 0 0,3 0 0 0 0,-7 0 0 0 0,-2 0 0 0 0,-9 0 0 0 0,-8 0 0 0 0,-8 0 0 0 0,-20 0 0 0 0,-23-7 0 0 0,-20-2 0 0 0,-16 0 0 0 0,-11 2 0 0 0,-6 1 0 0 0,-3 3 0 0 0,-1 1 0 0 0,0 2 0 0 0,2 0 0 0 0,0 0 0 0 0,1-7 0 0 0,1-2 0 0 0,0 1 0 0 0,-7 1 0 0 0,6-5 0 0 0,16-1 0 0 0,20 3 0 0 0,19 2 0 0 0,20-4 0 0 0,20-8 0 0 0,22-6 0 0 0,6 0 0 0 0,23-2 0 0 0,3 3 0 0 0,-11 7 0 0 0,-13 5 0 0 0,-15 6 0 0 0,-11 4 0 0 0,-8 2 0 0 0,2 2 0 0 0,-1 0 0 0 0,-1 0 0 0 0,-2 0 0 0 0,-2 0 0 0 0,-1-1 0 0 0,-1 1 0 0 0,0-1 0 0 0,-1 0 0 0 0,7 0 0 0 0,3 0 0 0 0,-1 0 0 0 0,-2 0 0 0 0,-1 0 0 0 0,-2 0 0 0 0,-2 0 0 0 0,-1 0 0 0 0,-8 14 0 0 0,-16 19 0 0 0,-12 10 0 0 0,-13 20 0 0 0,-20 6 0 0 0,-6-2 0 0 0,-10-5 0 0 0,1-6 0 0 0,1-13 0 0 0,-7-6 0 0 0,-2-3 0 0 0,-6-6 0 0 0,5-2 0 0 0,5 2 0 0 0,4-4 0 0 0,1 2 0 0 0,0-5 0 0 0,-6-5 0 0 0,-2-5 0 0 0,6-12 0 0 0,12-13 0 0 0,10-18 0 0 0,9-10 0 0 0,7-6 0 0 0,10-1 0 0 0,13 0 0 0 0,9 2 0 0 0,8 1 0 0 0,5 9 0 0 0,2 11 0 0 0,2 10 0 0 0,-8 14 0 0 0,-16 15 0 0 0,-25 19 0 0 0,-34 11 0 0 0,-24 20 0 0 0,-30 6 0 0 0,-20-9 0 0 0,3-14 0 0 0,12-15 0 0 0,16-14 0 0 0,22-15 0 0 0,28-30 0 0 0,34-18 0 0 0,30-14 0 0 0,17-12 0 0 0,15 0 0 0 0,-4 5 0 0 0,-6 14 0 0 0,-4 30 0 0 0,-3 32 0 0 0,-11 23 0 0 0,-10 20 0 0 0,-11 15 0 0 0,-7 10 0 0 0,-5 6 0 0 0,-10-4 0 0 0,-12-1 0 0 0,-15-7 0 0 0,-17-1 0 0 0,-14-13 0 0 0,-3-9 0 0 0,-3-6 0 0 0,2-9 0 0 0,21-18 0 0 0,39-26 0 0 0,43-10 0 0 0,36-9 0 0 0,42-7 0 0 0,30 3 0 0 0,19 8 0 0 0,10 8 0 0 0,5 7 0 0 0,-7 12 0 0 0,-25 7 0 0 0,-36 8 0 0 0,-38 16 0 0 0,-37 16 0 0 0,-31 8 0 0 0,-38 1 0 0 0,-40-3 0 0 0,-43-2 0 0 0,-36-4 0 0 0,-42-10 0 0 0,-50-11 0 0 0,-40-10 0 0 0,-41-9 0 0 0,-23-4 0 0 0,36-5 0 0 0,64 0 0 0 0,60-9 0 0 0,63-8 0 0 0,60-9 0 0 0,63-14 0 0 0,67-14 0 0 0,73-19 0 0 0,63-17 0 0 0,47-16 0 0 0,31-3 0 0 0,18 18 0 0 0,-12 23 0 0 0,-20 24 0 0 0,-32 20 0 0 0,-42 14 0 0 0,-38 9 0 0 0,-31 4 0 0 0,-29 3 0 0 0,-22 0 0 0 0,-16 13 0 0 0,-9 11 0 0 0,-6 14 0 0 0,-8 22 0 0 0,-3 20 0 0 0,-5 3 0 0 0,-7 8 0 0 0,-5 8 0 0 0,-11 23 0 0 0,-20 24 0 0 0,-27 15 0 0 0,-41 7 0 0 0,-19-11 0 0 0,-4-34 0 0 0,8-31 0 0 0,17-32 0 0 0,15-27 0 0 0,13-27 0 0 0,17-37 0 0 0,9-35 0 0 0,10-21 0 0 0,9-18 0 0 0,7-6 0 0 0,5-6 0 0 0,3-13 0 0 0,16 2 0 0 0,11-1 0 0 0,24 8 0 0 0,16 9 0 0 0,4 23 0 0 0,4 11 0 0 0,-31 33 0 0 0,-46 36 0 0 0,-42 34 0 0 0,-43 26 0 0 0,-20 24 0 0 0,-13 6 0 0 0,-15 2 0 0 0,2-7 0 0 0,16-9 0 0 0,14-11 0 0 0,18-15 0 0 0,16-16 0 0 0,19-20 0 0 0,19-33 0 0 0,22-33 0 0 0,18-43 0 0 0,9-26 0 0 0,8 2 0 0 0,7 14 0 0 0,4 19 0 0 0,4 18 0 0 0,8 21 0 0 0,18 33 0 0 0,-4 34 0 0 0,-4 35 0 0 0,1 37 0 0 0,-2 40 0 0 0,-11 18 0 0 0,-14 6 0 0 0,-12 5 0 0 0,-10-2 0 0 0,-6-22 0 0 0,-5-25 0 0 0,-2-24 0 0 0,-8-20 0 0 0,-9-21 0 0 0,-15-31 0 0 0,-10-39 0 0 0,4-43 0 0 0,8-39 0 0 0,9-34 0 0 0,9-16 0 0 0,21 6 0 0 0,16 15 0 0 0,19 23 0 0 0,1 25 0 0 0,2 27 0 0 0,-8 32 0 0 0,-10 35 0 0 0,-9 45 0 0 0,-9 42 0 0 0,-4 49 0 0 0,-4 28 0 0 0,-10 35 0 0 0,-2 4 0 0 0,-7-19 0 0 0,-7-27 0 0 0,0-55 0 0 0,19-67 0 0 0,25-75 0 0 0,29-67 0 0 0,36-38 0 0 0,17-22 0 0 0,13 3 0 0 0,1 13 0 0 0,-12 26 0 0 0,-9 25 0 0 0,-21 44 0 0 0,-23 45 0 0 0,-20 58 0 0 0,-14 50 0 0 0,-18 35 0 0 0,-9 8 0 0 0,-15 9 0 0 0,-12-8 0 0 0,2-22 0 0 0,-1-24 0 0 0,6-22 0 0 0,2-25 0 0 0,-2-13 0 0 0,-3-14 0 0 0,-2-11 0 0 0,-2-7 0 0 0,-9-6 0 0 0,-11-3 0 0 0,-30-7 0 0 0,-29-39 0 0 0,-8-45 0 0 0,-12-78 0 0 0,4-67 0 0 0,17-41 0 0 0,29 4 0 0 0,29 29 0 0 0,24 35 0 0 0,25 39 0 0 0,21 48 0 0 0,2 61 0 0 0,-9 60 0 0 0,-34 68 0 0 0,-39 50 0 0 0,-31 27 0 0 0,-18 10 0 0 0,3-6 0 0 0,14-21 0 0 0,31-32 0 0 0,41-39 0 0 0,40-35 0 0 0,25-29 0 0 0,12-11 0 0 0,14-4 0 0 0,-6-3 0 0 0,-25 2 0 0 0,-54 6 0 0 0,-108-1 0 0 0,-124-10 0 0 0,-124-22 0 0 0,-89-16 0 0 0,-30-17 0 0 0,28-8 0 0 0,80 4 0 0 0,98 18 0 0 0,92 22 0 0 0,80 11 0 0 0,67 6 0 0 0,50 1 0 0 0,31 7 0 0 0,40 6 0 0 0,22 8 0 0 0,17 5 0 0 0,4 3 0 0 0,-3 3 0 0 0,-6 1 0 0 0,-13 1 0 0 0,-15-1 0 0 0,-13 0 0 0 0,-11 0 0 0 0,9 0 0 0 0,6-1 0 0 0,8 7 0 0 0,4 9 0 0 0,4 10 0 0 0,1 6 0 0 0,-5-1 0 0 0,-17 0 0 0 0,-40 3 0 0 0,-30-5 0 0 0,-35-7 0 0 0,-24-1 0 0 0,-15-3 0 0 0,-14 2 0 0 0,24-3 0 0 0,80-3 0 0 0,88-5 0 0 0,106-4 0 0 0,76-2 0 0 0,46-10 0 0 0,-3-9 0 0 0,-49-3 0 0 0,-64-5 0 0 0,-73 1 0 0 0,-103 26 0 0 0,-105 34 0 0 0,-97 32 0 0 0,-83 24 0 0 0,-47 19 0 0 0,-2 4 0 0 0,38-11 0 0 0,56-23 0 0 0,57-25 0 0 0,47-23 0 0 0,34-17 0 0 0,23-11 0 0 0,5-7 0 0 0,-5-3 0 0 0,-14-1 0 0 0,-19 0 0 0 0,12-6 0 0 0,46-15 0 0 0,76-17 0 0 0,99-16 0 0 0,96-4 0 0 0,60 7 0 0 0,36 15 0 0 0,8 13 0 0 0,-28 12 0 0 0,-54 9 0 0 0,-66 5 0 0 0,-69 10 0 0 0,-63 11 0 0 0,-58 16 0 0 0,-46 9 0 0 0,-39 12 0 0 0,-35 10 0 0 0,-28 8 0 0 0,-33-2 0 0 0,-24-6 0 0 0,-22-6 0 0 0,-10-15 0 0 0,-16-14 0 0 0,-31-20 0 0 0,-12-18 0 0 0,6-23 0 0 0,44-13 0 0 0,54 1 0 0 0,71 8 0 0 0,89 9 0 0 0,97 9 0 0 0,92 7 0 0 0,66 13 0 0 0,28 12 0 0 0,-17 3 0 0 0,-44 6 0 0 0,-70 13 0 0 0,-79 7 0 0 0,-71 2 0 0 0,-67 8 0 0 0,-41 2 0 0 0,-21-3 0 0 0,-6-9 0 0 0,-6-6 0 0 0,2-3 0 0 0,7 1 0 0 0,21-8 0 0 0,25-7 0 0 0,23-8 0 0 0,39-7 0 0 0,69 4 0 0 0,79 13 0 0 0,91 16 0 0 0,68 17 0 0 0,25 5 0 0 0,-17-2 0 0 0,-48-9 0 0 0,-69-15 0 0 0,-97-6 0 0 0,-109-8 0 0 0,-130-8 0 0 0,-134-6 0 0 0,-134-5 0 0 0,-125-2 0 0 0,-64-2 0 0 0,-23 0 0 0 0,15-1 0 0 0,76-6 0 0 0,112-10 0 0 0,126-1 0 0 0,134-4 0 0 0,121-13 0 0 0,116-7 0 0 0,92-4 0 0 0,87 0 0 0 0,56 0 0 0 0,23 9 0 0 0,17 10 0 0 0,32 17 0 0 0,20 18 0 0 0,18 21 0 0 0,14 21 0 0 0,2 15 0 0 0,-11 12 0 0 0,-37 6 0 0 0,-50-3 0 0 0,-56-15 0 0 0,-57-12 0 0 0,-74-14 0 0 0,-121-14 0 0 0,-159-11 0 0 0,-144-15 0 0 0,-118-20 0 0 0,-79-36 0 0 0,-32-22 0 0 0,26-11 0 0 0,72 3 0 0 0,102 16 0 0 0,101 20 0 0 0,84 20 0 0 0,74 7 0 0 0,72 2 0 0 0,63 4 0 0 0,52-2 0 0 0,34-4 0 0 0,35-5 0 0 0,15 3 0 0 0,23 6 0 0 0,25 6 0 0 0,6 6 0 0 0,-11 5 0 0 0,-25 2 0 0 0,-27 2 0 0 0,-32 1 0 0 0,-62 1 0 0 0,-111-1 0 0 0,-158 0 0 0 0,-219-15 0 0 0,-302-54 0 0 0,-322-78 0 0 0,-249-65 0 0 0,-148-46 0 0 0,-3-14 0 0 0,155 25 0 0 0,265 47 0 0 0,288 58 0 0 0,258 52 0 0 0,200 42 0 0 0,142 35 0 0 0,90 42 0 0 0,57 29 0 0 0,21 12 0 0 0,9 15 0 0 0,-6 7 0 0 0,0 8 0 0 0,-3 10 0 0 0,4 5 0 0 0,5-1 0 0 0,6-8 0 0 0,-2-14 0 0 0,-6-22 0 0 0,1-25 0 0 0,17-26 0 0 0,24-24 0 0 0,15-18 0 0 0,29-20 0 0 0,24-23 0 0 0,-2-15 0 0 0,-24-2 0 0 0,-29 14 0 0 0,-29 19 0 0 0,-21 17 0 0 0,-16 21 0 0 0,-9 27 0 0 0,-6 31 0 0 0,-8 23 0 0 0,-2 20 0 0 0,-7 8 0 0 0,-5-4 0 0 0,-6-12 0 0 0,-5-12 0 0 0,-2-26 0 0 0,-2-41 0 0 0,-15-78 0 0 0,-20-103 0 0 0,-38-107 0 0 0,-35-82 0 0 0,-21-49 0 0 0,-9-10 0 0 0,4 38 0 0 0,19 79 0 0 0,28 85 0 0 0,29 94 0 0 0,24 105 0 0 0,26 84 0 0 0,20 76 0 0 0,23 56 0 0 0,27 45 0 0 0,23 32 0 0 0,19 34 0 0 0,13 15 0 0 0,-7 3 0 0 0,-7-17 0 0 0,-8-26 0 0 0,-12-45 0 0 0,-21-55 0 0 0,-21-72 0 0 0,-24-103 0 0 0,-36-123 0 0 0,-30-125 0 0 0,-19-98 0 0 0,-14-55 0 0 0,1-1 0 0 0,7 46 0 0 0,16 76 0 0 0,18 99 0 0 0,23 116 0 0 0,28 118 0 0 0,20 105 0 0 0,18 104 0 0 0,15 71 0 0 0,11 48 0 0 0,0 16 0 0 0,-13-39 0 0 0,-18-60 0 0 0,-15-73 0 0 0,-13-68 0 0 0,-9-55 0 0 0,-13-44 0 0 0,-13-54 0 0 0,-31-71 0 0 0,-21-94 0 0 0,-34-105 0 0 0,-41-113 0 0 0,-24-78 0 0 0,-19-38 0 0 0,2 7 0 0 0,12 45 0 0 0,35 82 0 0 0,34 96 0 0 0,36 107 0 0 0,29 101 0 0 0,22 80 0 0 0,14 58 0 0 0,8 36 0 0 0,4 11 0 0 0,0-1 0 0 0,-1-10 0 0 0,-2-17 0 0 0,0-12 0 0 0,-3-14 0 0 0,0-14 0 0 0,0-9 0 0 0,-2-7 0 0 0,-6-12 0 0 0,-10-4 0 0 0,-8-7 0 0 0,-8-8 0 0 0,-19-6 0 0 0,-15-19 0 0 0,-17-22 0 0 0,-16-33 0 0 0,-4-27 0 0 0,1-13 0 0 0,10-1 0 0 0,15 16 0 0 0,14 10 0 0 0,24 18 0 0 0,26 28 0 0 0,37 46 0 0 0,42 58 0 0 0,32 44 0 0 0,20 39 0 0 0,12 28 0 0 0,-10 5 0 0 0,-10-16 0 0 0,-17-15 0 0 0,-24-20 0 0 0,-17-18 0 0 0,-9-23 0 0 0,-13-20 0 0 0,-24-29 0 0 0,-21-37 0 0 0,-22-48 0 0 0,-18-67 0 0 0,-7-64 0 0 0,-7-52 0 0 0,2-31 0 0 0,5 6 0 0 0,13 39 0 0 0,16 48 0 0 0,13 43 0 0 0,17 64 0 0 0,16 62 0 0 0,28 58 0 0 0,28 60 0 0 0,17 51 0 0 0,7 45 0 0 0,-4 40 0 0 0,-3 41 0 0 0,-10 24 0 0 0,-2-1 0 0 0,-8-28 0 0 0,-6-43 0 0 0,-15-58 0 0 0,-14-55 0 0 0,-19-59 0 0 0,-26-65 0 0 0,-38-85 0 0 0,-25-101 0 0 0,-13-107 0 0 0,-19-92 0 0 0,-12-67 0 0 0,0-39 0 0 0,8 6 0 0 0,15 46 0 0 0,18 81 0 0 0,22 92 0 0 0,29 87 0 0 0,26 78 0 0 0,42 75 0 0 0,50 73 0 0 0,38 83 0 0 0,34 58 0 0 0,16 44 0 0 0,1 28 0 0 0,-16 10 0 0 0,-15-9 0 0 0,-17-24 0 0 0,-24-34 0 0 0,-23-40 0 0 0,-25-45 0 0 0,-36-51 0 0 0,-37-76 0 0 0,-35-82 0 0 0,-39-85 0 0 0,-17-72 0 0 0,-5-61 0 0 0,10-8 0 0 0,21 32 0 0 0,26 54 0 0 0,21 57 0 0 0,24 75 0 0 0,28 88 0 0 0,32 84 0 0 0,28 69 0 0 0,16 50 0 0 0,12 32 0 0 0,3 16 0 0 0,-18-13 0 0 0,-23-43 0 0 0,-25-47 0 0 0,-18-44 0 0 0,-35-48 0 0 0,-45-55 0 0 0,-33-72 0 0 0,-30-81 0 0 0,-17-51 0 0 0,1-35 0 0 0,10-14 0 0 0,24 22 0 0 0,24 41 0 0 0,17 37 0 0 0,25 44 0 0 0,34 45 0 0 0,36 40 0 0 0,35 44 0 0 0,26 45 0 0 0,10 46 0 0 0,9 37 0 0 0,5 21 0 0 0,-4 15 0 0 0,-7-3 0 0 0,-23-13 0 0 0,-18-22 0 0 0,-22-31 0 0 0,-19-28 0 0 0,-20-24 0 0 0,-20-24 0 0 0,-14-20 0 0 0,-31-14 0 0 0,-34-38 0 0 0,-23-57 0 0 0,-13-71 0 0 0,1-73 0 0 0,7-48 0 0 0,18-4 0 0 0,25 29 0 0 0,26 51 0 0 0,22 52 0 0 0,22 51 0 0 0,40 55 0 0 0,58 70 0 0 0,68 87 0 0 0,58 86 0 0 0,47 87 0 0 0,42 78 0 0 0,26 55 0 0 0,-2 33 0 0 0,-28-5 0 0 0,-45-23 0 0 0,-53-55 0 0 0,-53-78 0 0 0,-53-74 0 0 0,-50-68 0 0 0,-41-53 0 0 0,-29-43 0 0 0,-31-32 0 0 0,-50-27 0 0 0,-50-48 0 0 0,-41-87 0 0 0,-44-90 0 0 0,-32-84 0 0 0,-11-67 0 0 0,-2-54 0 0 0,20-10 0 0 0,32 21 0 0 0,43 54 0 0 0,44 82 0 0 0,48 82 0 0 0,39 70 0 0 0,37 56 0 0 0,28 42 0 0 0,20 26 0 0 0,19 16 0 0 0,30 12 0 0 0,44 26 0 0 0,50 32 0 0 0,38 32 0 0 0,41 46 0 0 0,19 40 0 0 0,6 28 0 0 0,-15 27 0 0 0,-24 12 0 0 0,-31 4 0 0 0,-30-7 0 0 0,-30-35 0 0 0,-40-47 0 0 0,-38-47 0 0 0,-38-46 0 0 0,-31-37 0 0 0,-36-34 0 0 0,-34-39 0 0 0,-25-52 0 0 0,-18-40 0 0 0,-3-43 0 0 0,18-14 0 0 0,25 7 0 0 0,26 19 0 0 0,21 28 0 0 0,15 55 0 0 0,10 46 0 0 0,-2 40 0 0 0,-8 18 0 0 0,-1 15 0 0 0,-6 0 0 0 0,-14-3 0 0 0,-15 4 0 0 0,-20 1 0 0 0,-14 4 0 0 0,1 0 0 0 0,7-11 0 0 0,23-12 0 0 0,34-14 0 0 0,28-10 0 0 0,18-14 0 0 0,11-6 0 0 0,7-3 0 0 0,2 1 0 0 0,-1 2 0 0 0,-1 3 0 0 0,13 2 0 0 0,10 8 0 0 0,7 25 0 0 0,12 29 0 0 0,5 24 0 0 0,-7 35 0 0 0,-10 17 0 0 0,-12 8 0 0 0,-10-7 0 0 0,-14-12 0 0 0,-14-20 0 0 0,-12-21 0 0 0,-15-25 0 0 0,-15-21 0 0 0,-12-18 0 0 0,-8-12 0 0 0,-13-21 0 0 0,-5-22 0 0 0,-7-27 0 0 0,-1-23 0 0 0,10-11 0 0 0,13-4 0 0 0,14 9 0 0 0,11 12 0 0 0,7 14 0 0 0,5 3 0 0 0,3 6 0 0 0,7 5 0 0 0,3 4 0 0 0,7 4 0 0 0,-1 2 0 0 0,4 8 0 0 0,6 10 0 0 0,4 9 0 0 0,5 7 0 0 0,2 19 0 0 0,2 29 0 0 0,1 28 0 0 0,-6 25 0 0 0,-10 17 0 0 0,-9 11 0 0 0,-8-1 0 0 0,-5-14 0 0 0,-3-17 0 0 0,-9-25 0 0 0,-10-22 0 0 0,-9-19 0 0 0,-14-13 0 0 0,-29-37 0 0 0,-30-42 0 0 0,-19-72 0 0 0,-4-69 0 0 0,12-56 0 0 0,25-10 0 0 0,27 21 0 0 0,31 25 0 0 0,20 37 0 0 0,32 45 0 0 0,27 41 0 0 0,11 31 0 0 0,10 21 0 0 0,6 13 0 0 0,-3 15 0 0 0,-7 24 0 0 0,-15 28 0 0 0,-3 31 0 0 0,-2 26 0 0 0,-3 29 0 0 0,-9 15 0 0 0,-10 9 0 0 0,-10-6 0 0 0,-14-10 0 0 0,-16-18 0 0 0,-11-19 0 0 0,-2-17 0 0 0,-3-20 0 0 0,-4-16 0 0 0,4-7 0 0 0,7 0 0 0 0,7 10 0 0 0,7 14 0 0 0,5 28 0 0 0,3 22 0 0 0,-6 30 0 0 0,-8 14 0 0 0,-2-8 0 0 0,2-21 0 0 0,-3-29 0 0 0,-6-28 0 0 0,-6-23 0 0 0,-12-25 0 0 0,-13-26 0 0 0,-11-32 0 0 0,-8-42 0 0 0,-7-40 0 0 0,12-33 0 0 0,17-9 0 0 0,17-3 0 0 0,22 8 0 0 0,27 12 0 0 0,32 11 0 0 0,23 18 0 0 0,21 15 0 0 0,9 22 0 0 0,-13 19 0 0 0,-13 22 0 0 0,-12 19 0 0 0,-10 17 0 0 0,-13 2 0 0 0,-6-2 0 0 0,-2-6 0 0 0,2-6 0 0 0,-6-6 0 0 0,-6-3 0 0 0,-7-4 0 0 0,-5-1 0 0 0,-5 0 0 0 0,5 6 0 0 0,14 17 0 0 0,19 26 0 0 0,16 25 0 0 0,19 36 0 0 0,11 27 0 0 0,5 26 0 0 0,1 7 0 0 0,-9-5 0 0 0,-4-9 0 0 0,-8-10 0 0 0,-10-22 0 0 0,-16-18 0 0 0,-22-14 0 0 0,-15-7 0 0 0,-17-11 0 0 0,-20-12 0 0 0,-13-8 0 0 0,-21-14 0 0 0,-21-21 0 0 0,-31-34 0 0 0,-32-43 0 0 0,-26-33 0 0 0,-13-28 0 0 0,12-9 0 0 0,28 10 0 0 0,31 34 0 0 0,36 29 0 0 0,30 26 0 0 0,24 17 0 0 0,23 18 0 0 0,19 8 0 0 0,13 8 0 0 0,8 9 0 0 0,5 5 0 0 0,9 4 0 0 0,10 9 0 0 0,15 25 0 0 0,15 35 0 0 0,7 28 0 0 0,13 32 0 0 0,-4 16 0 0 0,0 19 0 0 0,-12-4 0 0 0,-22-21 0 0 0,-23-28 0 0 0,-29-32 0 0 0,-31-29 0 0 0,-29-30 0 0 0,-37-31 0 0 0,-26-50 0 0 0,-32-49 0 0 0,-21-48 0 0 0,-21-39 0 0 0,-8-21 0 0 0,5 6 0 0 0,26 18 0 0 0,32 42 0 0 0,28 34 0 0 0,31 29 0 0 0,31 31 0 0 0,29 26 0 0 0,21 18 0 0 0,21 19 0 0 0,24 23 0 0 0,9 28 0 0 0,12 34 0 0 0,-1 22 0 0 0,-2 28 0 0 0,-7 27 0 0 0,-18 5 0 0 0,-18 2 0 0 0,-16 8 0 0 0,-13-13 0 0 0,-15-14 0 0 0,-14-19 0 0 0,-11-17 0 0 0,-2-16 0 0 0,-8-17 0 0 0,1-16 0 0 0,0-19 0 0 0,-1-19 0 0 0,-7-14 0 0 0,-11-23 0 0 0,4-33 0 0 0,-3-44 0 0 0,-6-57 0 0 0,-14-62 0 0 0,-2-31 0 0 0,6 3 0 0 0,8 27 0 0 0,21 55 0 0 0,18 67 0 0 0,20 61 0 0 0,11 49 0 0 0,12 40 0 0 0,1 31 0 0 0,6 11 0 0 0,-3 2 0 0 0,3 10 0 0 0,3 6 0 0 0,-2-13 0 0 0,-7-18 0 0 0,-6-19 0 0 0,-6-15 0 0 0,-11-19 0 0 0,-12-16 0 0 0,-18-14 0 0 0,-17-23 0 0 0,-1-38 0 0 0,-5-53 0 0 0,0-67 0 0 0,9-53 0 0 0,13-40 0 0 0,12-17 0 0 0,10-12 0 0 0,6 2 0 0 0,6 21 0 0 0,1 35 0 0 0,1 42 0 0 0,1 46 0 0 0,-1 62 0 0 0,14 66 0 0 0,3 56 0 0 0,14 50 0 0 0,7 45 0 0 0,12 26 0 0 0,4 9 0 0 0,-8-12 0 0 0,-12-19 0 0 0,-12-12 0 0 0,-10-20 0 0 0,-8-22 0 0 0,-4-18 0 0 0,-17-14 0 0 0,-13-16 0 0 0,-16-15 0 0 0,-22-10 0 0 0,-13-16 0 0 0,-15-34 0 0 0,-19-40 0 0 0,-12-49 0 0 0,-6-67 0 0 0,-2-49 0 0 0,8-34 0 0 0,18-19 0 0 0,13-1 0 0 0,16 21 0 0 0,20 43 0 0 0,14 33 0 0 0,14 43 0 0 0,12 41 0 0 0,16 40 0 0 0,16 33 0 0 0,12 24 0 0 0,23 14 0 0 0,18 16 0 0 0,18 12 0 0 0,15 30 0 0 0,13 28 0 0 0,-6 28 0 0 0,0 23 0 0 0,-5 24 0 0 0,3 15 0 0 0,-11 5 0 0 0,-13-6 0 0 0,-21-25 0 0 0,-21-30 0 0 0,-16-21 0 0 0,-13-19 0 0 0,-8-16 0 0 0,-4-11 0 0 0,-9-14 0 0 0,-10-12 0 0 0,-14-11 0 0 0,-17-22 0 0 0,-20-29 0 0 0,-19-44 0 0 0,-8-50 0 0 0,-9-31 0 0 0,15-8 0 0 0,8 3 0 0 0,19 52 0 0 0,21 81 0 0 0,32 96 0 0 0,25 88 0 0 0,25 67 0 0 0,13 33 0 0 0,12 9 0 0 0,3-17 0 0 0,-10-36 0 0 0,-14-46 0 0 0,-21-70 0 0 0,-36-86 0 0 0,-35-92 0 0 0,-31-88 0 0 0,-37-70 0 0 0,-18-49 0 0 0,-9-23 0 0 0,8 7 0 0 0,20 36 0 0 0,22 43 0 0 0,28 55 0 0 0,19 51 0 0 0,17 40 0 0 0,8 28 0 0 0,7 31 0 0 0,7 27 0 0 0,4 43 0 0 0,5 35 0 0 0,1 27 0 0 0,1 23 0 0 0,1 110 0 0 0,-1 1 0 0 0,0-68 0 0 0,0-98 0 0 0,0-96 0 0 0,-1-86 0 0 0,0-53 0 0 0,0-20 0 0 0,0 1 0 0 0,0 24 0 0 0,0 25 0 0 0,0 29 0 0 0,0 38 0 0 0,0 52 0 0 0,-43 241 0 0 0,-20 89 0 0 0,-7-10 0 0 0,1-56 0 0 0,6-78 0 0 0,6-89 0 0 0,13-72 0 0 0,14-67 0 0 0,12-65 0 0 0,9-41 0 0 0,6-27 0 0 0,11-17 0 0 0,10 5 0 0 0,17 9 0 0 0,24 3 0 0 0,16-3 0 0 0,22 4 0 0 0,18-2 0 0 0,9-3 0 0 0,-9 17 0 0 0,-17 32 0 0 0,-26 33 0 0 0,-24 43 0 0 0,-21 61 0 0 0,-14 89 0 0 0,-11 94 0 0 0,-4 87 0 0 0,-3 57 0 0 0,7 29 0 0 0,3-15 0 0 0,8-23 0 0 0,9-56 0 0 0,0-93 0 0 0,-3-102 0 0 0,2-125 0 0 0,4-121 0 0 0,13-100 0 0 0,-1-71 0 0 0,-6-60 0 0 0,-9-22 0 0 0,-8 7 0 0 0,-6 56 0 0 0,-5 86 0 0 0,-2 84 0 0 0,-2 71 0 0 0,-15 58 0 0 0,-5 50 0 0 0,2 43 0 0 0,-3 34 0 0 0,-6 22 0 0 0,-4 14 0 0 0,3 6 0 0 0,7 15 0 0 0,6 33 0 0 0,7 28 0 0 0,-3 35 0 0 0,-6 32 0 0 0,0 12 0 0 0,3 6 0 0 0,4-11 0 0 0,4-40 0 0 0,3-46 0 0 0,2-44 0 0 0,-5-39 0 0 0,-9-33 0 0 0,-23-23 0 0 0,-18-28 0 0 0,-22-40 0 0 0,-3-40 0 0 0,-10-47 0 0 0,4-41 0 0 0,10-26 0 0 0,18 8 0 0 0,13 10 0 0 0,13 22 0 0 0,14 33 0 0 0,9 31 0 0 0,7 27 0 0 0,-3 25 0 0 0,0 29 0 0 0,0 25 0 0 0,-4 33 0 0 0,-2-5 0 0 0,3-13 0 0 0,9-33 0 0 0,5-27 0 0 0,2-20 0 0 0,0-8 0 0 0,-2 1 0 0 0,-7 12 0 0 0,-11 16 0 0 0,-25 29 0 0 0,-12 23 0 0 0,-11 30 0 0 0,4 37 0 0 0,-2 33 0 0 0,-5 26 0 0 0,2 17 0 0 0,5 4 0 0 0,11-18 0 0 0,15-26 0 0 0,26-40 0 0 0,21-46 0 0 0,23-36 0 0 0,11-30 0 0 0,5-24 0 0 0,0-7 0 0 0,-2-15 0 0 0,-3-6 0 0 0,-2-3 0 0 0,-10 8 0 0 0,-4-4 0 0 0,-7 7 0 0 0,-8 10 0 0 0,-8 9 0 0 0,2 17 0 0 0,6 21 0 0 0,14 44 0 0 0,16 40 0 0 0,7 30 0 0 0,0 22 0 0 0,-8 5 0 0 0,-13 5 0 0 0,-11 2 0 0 0,-11-13 0 0 0,-6-18 0 0 0,-5-18 0 0 0,-3-14 0 0 0,-7-19 0 0 0,-10-15 0 0 0,-8-20 0 0 0,-15-39 0 0 0,-13-35 0 0 0,3-28 0 0 0,2-19 0 0 0,3-10 0 0 0,3 0 0 0 0,8 16 0 0 0,11 18 0 0 0,2 17 0 0 0,-9 22 0 0 0,1 26 0 0 0,-1 32 0 0 0,-2 35 0 0 0,-10 40 0 0 0,3 40 0 0 0,1 21 0 0 0,8 0 0 0 0,8-10 0 0 0,10-20 0 0 0,6-23 0 0 0,12-27 0 0 0,12-30 0 0 0,18-29 0 0 0,24-35 0 0 0,30-35 0 0 0,36-19 0 0 0,18-17 0 0 0,-2-5 0 0 0,-9 2 0 0 0,-28 4 0 0 0,-32 12 0 0 0,-27 15 0 0 0,-21 5 0 0 0,-15 1 0 0 0,-8 4 0 0 0,-12 0 0 0 0,-11 10 0 0 0,-8 0 0 0 0,-20 3 0 0 0,-16 9 0 0 0,-10 5 0 0 0,1 2 0 0 0,5 7 0 0 0,16 15 0 0 0,17 31 0 0 0,15 41 0 0 0,11 31 0 0 0,15 29 0 0 0,7 8 0 0 0,2-10 0 0 0,-2-19 0 0 0,6-25 0 0 0,-1-39 0 0 0,11-54 0 0 0,9-59 0 0 0,-2-37 0 0 0,7-27 0 0 0,5-10 0 0 0,1 6 0 0 0,7 7 0 0 0,2 21 0 0 0,12 16 0 0 0,2 26 0 0 0,-3 19 0 0 0,-7 18 0 0 0,-5 25 0 0 0,-13 28 0 0 0,-13 26 0 0 0,-11 20 0 0 0,-8 22 0 0 0,-7 18 0 0 0,-2 20 0 0 0,-3 12 0 0 0,1-3 0 0 0,0-16 0 0 0,0-13 0 0 0,0-16 0 0 0,2-16 0 0 0,-8-18 0 0 0,-8-18 0 0 0,-10-14 0 0 0,-6-11 0 0 0,-13-12 0 0 0,-12-27 0 0 0,-25-50 0 0 0,-20-61 0 0 0,-13-68 0 0 0,-2-63 0 0 0,13-26 0 0 0,9 9 0 0 0,14 41 0 0 0,21 55 0 0 0,34 62 0 0 0,36 60 0 0 0,38 64 0 0 0,24 48 0 0 0,22 39 0 0 0,15 34 0 0 0,4 19 0 0 0,-4 24 0 0 0,-12 6 0 0 0,-17-10 0 0 0,-14-16 0 0 0,-12-17 0 0 0,-14-22 0 0 0,-8-12 0 0 0,-9-13 0 0 0,-15-26 0 0 0,-9-28 0 0 0,-5-37 0 0 0,-1-43 0 0 0,8-33 0 0 0,10-13 0 0 0,11-9 0 0 0,9 8 0 0 0,5 23 0 0 0,5 20 0 0 0,2 14 0 0 0,0 16 0 0 0,1 15 0 0 0,6 11 0 0 0,9 8 0 0 0,2 4 0 0 0,-3 3 0 0 0,-4 0 0 0 0,-4 0 0 0 0,-3 6 0 0 0,-4 10 0 0 0,-8 7 0 0 0,-10 21 0 0 0,-10 24 0 0 0,-6 28 0 0 0,-13 39 0 0 0,-13 18 0 0 0,-24 17 0 0 0,-26 1 0 0 0,-10-9 0 0 0,-5-24 0 0 0,12-30 0 0 0,10-34 0 0 0,8-22 0 0 0,13-28 0 0 0,21-26 0 0 0,19-20 0 0 0,18-14 0 0 0,5-8 0 0 0,-2-4 0 0 0,-11 5 0 0 0,-22 10 0 0 0,-9 17 0 0 0,-8 17 0 0 0,-6 23 0 0 0,-19 34 0 0 0,-14 36 0 0 0,-11 29 0 0 0,-5 8 0 0 0,11-13 0 0 0,11-19 0 0 0,16-34 0 0 0,22-36 0 0 0,23-23 0 0 0,17-28 0 0 0,14-31 0 0 0,23-28 0 0 0,16-23 0 0 0,24-15 0 0 0,24-16 0 0 0,7-13 0 0 0,17-11 0 0 0,20-14 0 0 0,17-7 0 0 0,21 7 0 0 0,-2 10 0 0 0,-7 18 0 0 0,-29 20 0 0 0,-35 30 0 0 0,-39 24 0 0 0,-34 30 0 0 0,-27 43 0 0 0,-17 35 0 0 0,-18 32 0 0 0,-22 38 0 0 0,-19 44 0 0 0,-23 37 0 0 0,-21 36 0 0 0,-15 29 0 0 0,-10 13 0 0 0,-14-11 0 0 0,1-14 0 0 0,10-35 0 0 0,18-38 0 0 0,19-48 0 0 0,24-60 0 0 0,22-68 0 0 0,18-62 0 0 0,12-69 0 0 0,14-53 0 0 0,21-45 0 0 0,27-31 0 0 0,25-20 0 0 0,27-4 0 0 0,25 4 0 0 0,10 31 0 0 0,3 29 0 0 0,-2 39 0 0 0,-11 37 0 0 0,-21 37 0 0 0,-15 30 0 0 0,-16 30 0 0 0,-22 37 0 0 0,-21 42 0 0 0,-16 46 0 0 0,-12 30 0 0 0,-14 34 0 0 0,-20 36 0 0 0,-27 30 0 0 0,-18 10 0 0 0,-26 3 0 0 0,-24-7 0 0 0,-6-24 0 0 0,4-37 0 0 0,17-37 0 0 0,19-29 0 0 0,17-30 0 0 0,13-16 0 0 0,17-21 0 0 0,15-28 0 0 0,12-32 0 0 0,7-30 0 0 0,20-30 0 0 0,21-19 0 0 0,12-9 0 0 0,12-4 0 0 0,3 1 0 0 0,-2 10 0 0 0,-11 11 0 0 0,-7 19 0 0 0,-18 39 0 0 0,-26 51 0 0 0,-21 62 0 0 0,-34 49 0 0 0,-36 57 0 0 0,-24 49 0 0 0,-19 32 0 0 0,-15 3 0 0 0,-3-6 0 0 0,10-29 0 0 0,23-29 0 0 0,25-46 0 0 0,28-39 0 0 0,27-42 0 0 0,19-53 0 0 0,14-54 0 0 0,9-47 0 0 0,10-35 0 0 0,11-36 0 0 0,9-33 0 0 0,13-9 0 0 0,13-11 0 0 0,11 4 0 0 0,1 18 0 0 0,-4 36 0 0 0,-6 39 0 0 0,-13 49 0 0 0,-15 50 0 0 0,-12 45 0 0 0,-16 47 0 0 0,-17 27 0 0 0,-12 12 0 0 0,-23 9 0 0 0,-10 7 0 0 0,-17 4 0 0 0,-1 2 0 0 0,-3 1 0 0 0,5 7 0 0 0,9-6 0 0 0,9-9 0 0 0,13-19 0 0 0,15-19 0 0 0,12-30 0 0 0,8-31 0 0 0,21-48 0 0 0,15-53 0 0 0,17-63 0 0 0,8-49 0 0 0,10-41 0 0 0,0-10 0 0 0,-9 17 0 0 0,-14 39 0 0 0,-14 44 0 0 0,-4 33 0 0 0,2 36 0 0 0,3 37 0 0 0,5 39 0 0 0,4 41 0 0 0,3 48 0 0 0,-4 37 0 0 0,-9 40 0 0 0,-8 33 0 0 0,-8 18 0 0 0,-4 15 0 0 0,-4-5 0 0 0,-1-19 0 0 0,-2-25 0 0 0,0-28 0 0 0,1-35 0 0 0,7-24 0 0 0,3-6 0 0 0,-1 16 0 0 0,6 39 0 0 0,1 23 0 0 0,-3 4 0 0 0,-3-6 0 0 0,4-17 0 0 0,-1-28 0 0 0,-1-27 0 0 0,-4-23 0 0 0,-9-16 0 0 0,-12-18 0 0 0,-10-43 0 0 0,-2-43 0 0 0,-2-41 0 0 0,-12-26 0 0 0,-5-8 0 0 0,-3 2 0 0 0,0 16 0 0 0,9 18 0 0 0,10 17 0 0 0,10 13 0 0 0,2 9 0 0 0,3-1 0 0 0,5 1 0 0 0,3-6 0 0 0,10 6 0 0 0,11 12 0 0 0,18 11 0 0 0,23 11 0 0 0,18 21 0 0 0,9 17 0 0 0,12 11 0 0 0,4 7 0 0 0,0 10 0 0 0,-11 4 0 0 0,-6 6 0 0 0,-9-8 0 0 0,-11-5 0 0 0,-15 2 0 0 0,-10 1 0 0 0,-2-3 0 0 0,-9 5 0 0 0,-8 1 0 0 0,0-3 0 0 0,4-2 0 0 0,-2-3 0 0 0,-4-3 0 0 0,2-1 0 0 0,-2-1 0 0 0,3-1 0 0 0,6 0 0 0 0,-2 0 0 0 0,-4 0 0 0 0,1 0 0 0 0,-2 0 0 0 0,-5 0 0 0 0,3 8 0 0 0,5 2 0 0 0,7-1 0 0 0,5 6 0 0 0,5-7 0 0 0,-5-5 0 0 0,-1-9 0 0 0,2-5 0 0 0,1-6 0 0 0,3-1 0 0 0,-6 3 0 0 0,-1-3 0 0 0,-6 2 0 0 0,0-4 0 0 0,-4 2 0 0 0,1 11 0 0 0,4 0 0 0 0,-2 1 0 0 0,1-5 0 0 0,-3-1 0 0 0,2-6 0 0 0,-4-13 0 0 0,-4-15 0 0 0,1-15 0 0 0,5-3 0 0 0,-1-5 0 0 0,3-12 0 0 0,4 1 0 0 0,5-7 0 0 0,-3-3 0 0 0,-8-7 0 0 0,-6-1 0 0 0,-7 2 0 0 0,-11 11 0 0 0,-13 5 0 0 0,-11 2 0 0 0,-15 8 0 0 0,0 2 0 0 0,-1 5 0 0 0,0 6 0 0 0,0-8 0 0 0,7-7 0 0 0,10-5 0 0 0,9-4 0 0 0,7-2 0 0 0,12 0 0 0 0,6-2 0 0 0,8 1 0 0 0,1 1 0 0 0,5-8 0 0 0,6-1 0 0 0,4 0 0 0 0,-3 3 0 0 0,-6 1 0 0 0,-8 2 0 0 0,-7 2 0 0 0,-4 1 0 0 0,-3 1 0 0 0,-2-1 0 0 0,-2 1 0 0 0,-6-7 0 0 0,-10 5 0 0 0,-8 2 0 0 0,-1 1 0 0 0,6 1 0 0 0,12 6 0 0 0,8 17 0 0 0,5 17 0 0 0,8 30 0 0 0,9 32 0 0 0,1 10 0 0 0,-3 9 0 0 0,-5 3 0 0 0,-4 2 0 0 0,-5-7 0 0 0,-3-10 0 0 0,-1-9 0 0 0,-2-9 0 0 0,0-6 0 0 0,0-4 0 0 0,1 6 0 0 0,-1 8 0 0 0,1 9 0 0 0,-1 0 0 0 0,1-3 0 0 0,0-6 0 0 0,0-5 0 0 0,0-4 0 0 0,-7-10 0 0 0,-2-26 0 0 0,0-21 0 0 0,2-24 0 0 0,2-12 0 0 0,1-13 0 0 0,3-4 0 0 0,0-4 0 0 0,1-6 0 0 0,0-5 0 0 0,1-9 0 0 0,-1-12 0 0 0,0-3 0 0 0,1 2 0 0 0,-1 11 0 0 0,0 13 0 0 0,0 6 0 0 0,0 7 0 0 0,0 8 0 0 0,0 6 0 0 0,0 4 0 0 0,0 3 0 0 0,0 2 0 0 0,0-1 0 0 0,0 1 0 0 0,0 0 0 0 0,0 0 0 0 0,7 6 0 0 0,9 2 0 0 0,3 0 0 0 0,4 4 0 0 0,6 8 0 0 0,4 7 0 0 0,5 6 0 0 0,2 4 0 0 0,2 2 0 0 0,0 2 0 0 0,1 1 0 0 0,-1-1 0 0 0,0 0 0 0 0,0 0 0 0 0,0 0 0 0 0,0-1 0 0 0,0 0 0 0 0,-1 0 0 0 0,1 0 0 0 0,-1 0 0 0 0,0 0 0 0 0,1 0 0 0 0,-1 0 0 0 0,1 0 0 0 0,-1 0 0 0 0,1 0 0 0 0,-1 0 0 0 0,1 0 0 0 0,-1 0 0 0 0,-6-7 0 0 0,-3-3 0 0 0,-7-13 0 0 0,0-3 0 0 0,-4-4 0 0 0,0-4 0 0 0,-2-3 0 0 0,-5-3 0 0 0,-5-1 0 0 0,-3-8 0 0 0,3 4 0 0 0,1 4 0 0 0,-1 0 0 0 0,-3 1 0 0 0,-2 0 0 0 0,6-7 0 0 0,7 4 0 0 0,9 3 0 0 0,6 0 0 0 0,6 1 0 0 0,2 0 0 0 0,2-2 0 0 0,1-6 0 0 0,0 4 0 0 0,-7 2 0 0 0,-3 8 0 0 0,-6 3 0 0 0,-2-1 0 0 0,3-2 0 0 0,3-2 0 0 0,-4-3 0 0 0,-6-1 0 0 0,1 5 0 0 0,-4 2 0 0 0,2-8 0 0 0,5 3 0 0 0,-2 0 0 0 0,2 1 0 0 0,4-2 0 0 0,-3 20 0 0 0,-13 20 0 0 0,-15 17 0 0 0,-8 12 0 0 0,-3 8 0 0 0,2 4 0 0 0,3 10 0 0 0,-5 9 0 0 0,0 1 0 0 0,-5 11 0 0 0,1 1 0 0 0,3-7 0 0 0,4-6 0 0 0,-4-8 0 0 0,2-6 0 0 0,1-3 0 0 0,4-3 0 0 0,-5-2 0 0 0,0 1 0 0 0,3-1 0 0 0,1 0 0 0 0,4 1 0 0 0,-6-1 0 0 0,-1 2 0 0 0,-5-1 0 0 0,-7 1 0 0 0,0-1 0 0 0,4 1 0 0 0,-2-8 0 0 0,3-2 0 0 0,5 1 0 0 0,-4-6 0 0 0,3 0 0 0 0,-5 3 0 0 0,2 2 0 0 0,-4-3 0 0 0,-5-7 0 0 0,2-15 0 0 0,12-22 0 0 0,8-15 0 0 0,4-11 0 0 0,3-4 0 0 0,1-9 0 0 0,-1-3 0 0 0,0-5 0 0 0,-2 0 0 0 0,0 4 0 0 0,7 5 0 0 0,2 4 0 0 0,-1 4 0 0 0,-2 2 0 0 0,-2 1 0 0 0,5-6 0 0 0,1-2 0 0 0,-2 1 0 0 0,5 8 0 0 0,1 18 0 0 0,-4 21 0 0 0,-2 17 0 0 0,-4 27 0 0 0,-9 28 0 0 0,-4 23 0 0 0,-1 3 0 0 0,-5-8 0 0 0,-1-12 0 0 0,-5-18 0 0 0,8-20 0 0 0,13-23 0 0 0,21-21 0 0 0,21-24 0 0 0,9-7 0 0 0,4-4 0 0 0,-8-2 0 0 0,2 0 0 0 0,-1-1 0 0 0,-1 0 0 0 0,-9 1 0 0 0,-11 1 0 0 0,-10 0 0 0 0,-2-7 0 0 0,4 5 0 0 0,-1 3 0 0 0,-4 1 0 0 0,-5 1 0 0 0,-4 0 0 0 0,-3-23 0 0 0,-2-6 0 0 0,-1 0 0 0 0,0 5 0 0 0,6 7 0 0 0,2 4 0 0 0,1 6 0 0 0,4 2 0 0 0,2 3 0 0 0,4-7 0 0 0,6 5 0 0 0,-1 3 0 0 0,-4 1 0 0 0,-7 1 0 0 0,-4-1 0 0 0,-4-1 0 0 0,-4-1 0 0 0,6 8 0 0 0,9-6 0 0 0,1-3 0 0 0,-2-1 0 0 0,4-1 0 0 0,-2 0 0 0 0,4 1 0 0 0,4 1 0 0 0,7-8 0 0 0,3-1 0 0 0,-3 22 0 0 0,-15 29 0 0 0,-17 23 0 0 0,-8 14 0 0 0,-11 7 0 0 0,-1 4 0 0 0,-5 1 0 0 0,-4-1 0 0 0,1 5 0 0 0,0 1 0 0 0,-4 13 0 0 0,-2 1 0 0 0,-3-3 0 0 0,-2 1 0 0 0,-2 3 0 0 0,-1-2 0 0 0,7-6 0 0 0,10-7 0 0 0,1-4 0 0 0,-2-5 0 0 0,-3-2 0 0 0,2-2 0 0 0,-7-1 0 0 0,1 1 0 0 0,0-1 0 0 0,5 1 0 0 0,1 0 0 0 0,4-14 0 0 0,7-33 0 0 0,19-15 0 0 0,18-18 0 0 0,18-17 0 0 0,2-6 0 0 0,3-6 0 0 0,-1 1 0 0 0,-6 5 0 0 0,-4-8 0 0 0,1 1 0 0 0,1 4 0 0 0,-6 8 0 0 0,1 5 0 0 0,-7 5 0 0 0,9 10 0 0 0,-3-2 0 0 0,2 5 0 0 0,-5 1 0 0 0,1 7 0 0 0,2 0 0 0 0,4-2 0 0 0,-5-4 0 0 0,1-3 0 0 0,3 4 0 0 0,-5 1 0 0 0,0 4 0 0 0,3-6 0 0 0,-4 9 0 0 0,-6 15 0 0 0,-6 23 0 0 0,-7 17 0 0 0,-3 9 0 0 0,-3 5 0 0 0,-2 2 0 0 0,0-1 0 0 0,-7-8 0 0 0,-3-3 0 0 0,-5-1 0 0 0,-9 7 0 0 0,1 12 0 0 0,-2 9 0 0 0,-5 3 0 0 0,4-5 0 0 0,6-4 0 0 0,7-5 0 0 0,5-5 0 0 0,-2-3 0 0 0,0-2 0 0 0,3-1 0 0 0,-6 0 0 0 0,-6 7 0 0 0,0 2 0 0 0,3-1 0 0 0,5 0 0 0 0,-3 4 0 0 0,1 1 0 0 0,3-2 0 0 0,3-3 0 0 0,-3 5 0 0 0,-1 0 0 0 0,2-2 0 0 0,3-3 0 0 0,-5-3 0 0 0,1-2 0 0 0,-7-8 0 0 0,-5-11 0 0 0,-8-2 0 0 0,-4 2 0 0 0,-4-3 0 0 0,12-13 0 0 0,18-8 0 0 0,24-10 0 0 0,17-12 0 0 0,9-9 0 0 0,6 1 0 0 0,9-2 0 0 0,1-3 0 0 0,-8-2 0 0 0,-14-3 0 0 0,-11-8 0 0 0,-11-4 0 0 0,-7 1 0 0 0,-5-7 0 0 0,-2 1 0 0 0,-1 2 0 0 0,-8 3 0 0 0,-1 3 0 0 0,0 4 0 0 0,3 1 0 0 0,2 1 0 0 0,3 1 0 0 0,1 0 0 0 0,8 0 0 0 0,4 0 0 0 0,6 7 0 0 0,8 2 0 0 0,7-7 0 0 0,6-5 0 0 0,2 6 0 0 0,-4 2 0 0 0,-16 14 0 0 0,-11 18 0 0 0,-6 24 0 0 0,-12 8 0 0 0,-3 7 0 0 0,-7 4 0 0 0,0 3 0 0 0,4 1 0 0 0,-3 0 0 0 0,2 0 0 0 0,4 0 0 0 0,4 0 0 0 0,3-1 0 0 0,4 0 0 0 0,1-1 0 0 0,1 1 0 0 0,1-15 0 0 0,0-19 0 0 0,-1-17 0 0 0,1-15 0 0 0,-1-10 0 0 0,1-6 0 0 0,-1-11 0 0 0,7-3 0 0 0,9 7 0 0 0,3 4 0 0 0,-3 3 0 0 0,-4 2 0 0 0,3-1 0 0 0,0-1 0 0 0,3 0 0 0 0,6-7 0 0 0,6-3 0 0 0,6-8 0 0 0,2 7 0 0 0,3 5 0 0 0,1 3 0 0 0,1 2 0 0 0,-8 0 0 0 0,-1 8 0 0 0,-8 3 0 0 0,-1-2 0 0 0,3 6 0 0 0,3-1 0 0 0,4-2 0 0 0,3-4 0 0 0,-6-2 0 0 0,0-4 0 0 0,1 6 0 0 0,2 8 0 0 0,2 2 0 0 0,-12 11 0 0 0,-11 15 0 0 0,-14 14 0 0 0,-15 11 0 0 0,-11 15 0 0 0,-9 8 0 0 0,2 1 0 0 0,-8 7 0 0 0,-4-1 0 0 0,-1-2 0 0 0,0-3 0 0 0,1-12 0 0 0,1-5 0 0 0,1-2 0 0 0,7 1 0 0 0,4 1 0 0 0,-1 1 0 0 0,13-5 0 0 0,17-15 0 0 0,15-18 0 0 0,14-23 0 0 0,9-14 0 0 0,5-7 0 0 0,4-4 0 0 0,-7-1 0 0 0,-1-5 0 0 0,-1 6 0 0 0,-6 5 0 0 0,-1 10 0 0 0,3 3 0 0 0,8 0 0 0 0,7 5 0 0 0,-6 1 0 0 0,-2 3 0 0 0,-1 7 0 0 0,8-2 0 0 0,-4-5 0 0 0,-2 1 0 0 0,-1 5 0 0 0,1-3 0 0 0,0 2 0 0 0,-6-2 0 0 0,-8 8 0 0 0,-17 13 0 0 0,-8 14 0 0 0,-13 3 0 0 0,-3 14 0 0 0,-6 0 0 0 0,1 2 0 0 0,-4-5 0 0 0,3 0 0 0 0,-2 1 0 0 0,4 3 0 0 0,-3-5 0 0 0,3 0 0 0 0,-2 3 0 0 0,-5 2 0 0 0,3 9 0 0 0,-9 13 0 0 0,-6 16 0 0 0,-10 5 0 0 0,2-5 0 0 0,-3 0 0 0 0,5-6 0 0 0,4 1 0 0 0,16-19 0 0 0,12-17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17194 6068 16383 0 0,'-7'0'0'0'0,"-10"8"0"0"0,-8 1 0 0 0,-1 7 0 0 0,-2 1 0 0 0,3 4 0 0 0,6 6 0 0 0,6 5 0 0 0,-1-3 0 0 0,1 1 0 0 0,-4 3 0 0 0,0 9 0 0 0,-3 5 0 0 0,16-6 0 0 0,15-10 0 0 0,20-17 0 0 0,12-18 0 0 0,13-8 0 0 0,3-9 0 0 0,0-2 0 0 0,-4-3 0 0 0,-4 3 0 0 0,-18 4 0 0 0,-21 7 0 0 0,-20 4 0 0 0,-16 12 0 0 0,-11 11 0 0 0,-6 4 0 0 0,-3-2 0 0 0,-2 3 0 0 0,1-1 0 0 0,0 3 0 0 0,-13 4 0 0 0,-4 6 0 0 0,-5 3 0 0 0,-6 11 0 0 0,-4 4 0 0 0,-3-6 0 0 0,-10-4 0 0 0,-3-1 0 0 0,0-1 0 0 0,2 1 0 0 0,-5 1 0 0 0,-22 0 0 0 0,-18 0 0 0 0,-29 9 0 0 0,-15-6 0 0 0,-18-2 0 0 0,9-8 0 0 0,17-10 0 0 0,30-8 0 0 0,32-8 0 0 0,49-4 0 0 0,48-10 0 0 0,42-18 0 0 0,43-12 0 0 0,31-20 0 0 0,33-22 0 0 0,22-19 0 0 0,12-7 0 0 0,5 1 0 0 0,-12 10 0 0 0,-28 22 0 0 0,-36 30 0 0 0,-42 29 0 0 0,-52 24 0 0 0,-48 24 0 0 0,-38 20 0 0 0,-34 15 0 0 0,-24 10 0 0 0,-11-9 0 0 0,-1-2 0 0 0,12-6 0 0 0,28-21 0 0 0,42-32 0 0 0,52-38 0 0 0,58-43 0 0 0,64-58 0 0 0,64-51 0 0 0,45-29 0 0 0,29-7 0 0 0,-6 18 0 0 0,-29 30 0 0 0,-42 35 0 0 0,-51 48 0 0 0,-44 53 0 0 0,-41 38 0 0 0,-33 33 0 0 0,-30 30 0 0 0,-30 18 0 0 0,-19 8 0 0 0,-3-11 0 0 0,7-14 0 0 0,16-26 0 0 0,18-27 0 0 0,32-37 0 0 0,38-38 0 0 0,37-43 0 0 0,27-33 0 0 0,14-36 0 0 0,-4-24 0 0 0,-12-1 0 0 0,-7 19 0 0 0,-17 33 0 0 0,-20 33 0 0 0,-17 42 0 0 0,-20 47 0 0 0,-33 49 0 0 0,-39 61 0 0 0,-45 72 0 0 0,-39 65 0 0 0,-29 58 0 0 0,-19 30 0 0 0,2-3 0 0 0,20-33 0 0 0,33-51 0 0 0,33-62 0 0 0,36-82 0 0 0,44-75 0 0 0,41-82 0 0 0,33-78 0 0 0,15-48 0 0 0,5-25 0 0 0,-8 11 0 0 0,-15 21 0 0 0,-14 30 0 0 0,-11 34 0 0 0,-10 26 0 0 0,-12 45 0 0 0,-12 45 0 0 0,-4 33 0 0 0,-5 20 0 0 0,1 9 0 0 0,-1-2 0 0 0,-4 4 0 0 0,4 1 0 0 0,-9-2 0 0 0,3 5 0 0 0,-1-7 0 0 0,5-18 0 0 0,14-43 0 0 0,25-48 0 0 0,23-55 0 0 0,28-50 0 0 0,24-40 0 0 0,19-13 0 0 0,5 3 0 0 0,6 24 0 0 0,-17 37 0 0 0,-19 38 0 0 0,-22 61 0 0 0,-22 74 0 0 0,-23 77 0 0 0,-29 65 0 0 0,-18 39 0 0 0,-11 23 0 0 0,3-6 0 0 0,1-19 0 0 0,-6-35 0 0 0,4-39 0 0 0,3-40 0 0 0,1-55 0 0 0,7-54 0 0 0,9-29 0 0 0,9-19 0 0 0,6-12 0 0 0,5-5 0 0 0,3-1 0 0 0,1 8 0 0 0,1 11 0 0 0,-1 25 0 0 0,15 49 0 0 0,4 53 0 0 0,-2 45 0 0 0,-3 48 0 0 0,-5 27 0 0 0,-3 6 0 0 0,-4-8 0 0 0,-2-24 0 0 0,-1-32 0 0 0,0-28 0 0 0,-1-36 0 0 0,0-48 0 0 0,0-53 0 0 0,-6-67 0 0 0,-10-57 0 0 0,-8-34 0 0 0,-1-10 0 0 0,5 11 0 0 0,5 26 0 0 0,-1 30 0 0 0,-5 33 0 0 0,1 43 0 0 0,-2 42 0 0 0,-5 40 0 0 0,-19 47 0 0 0,-22 43 0 0 0,-14 39 0 0 0,-14 32 0 0 0,-4 2 0 0 0,14-22 0 0 0,16-22 0 0 0,12-32 0 0 0,17-47 0 0 0,15-52 0 0 0,12-61 0 0 0,23-62 0 0 0,24-59 0 0 0,21-47 0 0 0,8-33 0 0 0,1-14 0 0 0,-3 13 0 0 0,-4 44 0 0 0,-12 53 0 0 0,-13 77 0 0 0,-12 90 0 0 0,-1 115 0 0 0,-5 88 0 0 0,-3 67 0 0 0,-4 44 0 0 0,-2-2 0 0 0,-2-33 0 0 0,-2-56 0 0 0,1-58 0 0 0,-8-50 0 0 0,-23-51 0 0 0,-21-50 0 0 0,-30-62 0 0 0,-28-72 0 0 0,-25-57 0 0 0,-24-55 0 0 0,-28-29 0 0 0,5 8 0 0 0,18 35 0 0 0,30 40 0 0 0,31 50 0 0 0,41 63 0 0 0,36 56 0 0 0,31 45 0 0 0,15 37 0 0 0,3 22 0 0 0,-2 8 0 0 0,-5-4 0 0 0,-4-13 0 0 0,-5-27 0 0 0,-11-44 0 0 0,-4-39 0 0 0,-1-42 0 0 0,8-31 0 0 0,25-27 0 0 0,23-6 0 0 0,32 6 0 0 0,16 25 0 0 0,6 29 0 0 0,-6 27 0 0 0,-6 21 0 0 0,-18 23 0 0 0,-21 18 0 0 0,-19 20 0 0 0,-22 5 0 0 0,-20 2 0 0 0,-21 0 0 0 0,-27 8 0 0 0,-39 16 0 0 0,-38 4 0 0 0,-23 3 0 0 0,-7 4 0 0 0,4-4 0 0 0,36-15 0 0 0,48-18 0 0 0,57-15 0 0 0,54-20 0 0 0,35-17 0 0 0,27-8 0 0 0,19-6 0 0 0,4-15 0 0 0,-10 1 0 0 0,-32 7 0 0 0,-42 15 0 0 0,-42 18 0 0 0,-25 9 0 0 0,-30 10 0 0 0,-10 1 0 0 0,-7-3 0 0 0,17-25 0 0 0,55-40 0 0 0,77-48 0 0 0,92-35 0 0 0,81-31 0 0 0,70-10 0 0 0,53 11 0 0 0,20 18 0 0 0,-12 26 0 0 0,-42 19 0 0 0,-63 26 0 0 0,-63 18 0 0 0,-66 25 0 0 0,-57 31 0 0 0,-42 37 0 0 0,-42 32 0 0 0,-42 25 0 0 0,-28 25 0 0 0,-22 12 0 0 0,-17 12 0 0 0,-18 9 0 0 0,-21-7 0 0 0,-8-8 0 0 0,3-14 0 0 0,-1-21 0 0 0,5-14 0 0 0,7-9 0 0 0,14-18 0 0 0,15-20 0 0 0,13-17 0 0 0,16-14 0 0 0,17-9 0 0 0,26-11 0 0 0,28-20 0 0 0,31-26 0 0 0,33-11 0 0 0,23-9 0 0 0,6 9 0 0 0,4 7 0 0 0,-5 7 0 0 0,-9 11 0 0 0,-15 13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15322 3954 16383 0 0,'-7'14'0'0'0,"-10"19"0"0"0,-1 18 0 0 0,-5 21 0 0 0,-13 20 0 0 0,-7 15 0 0 0,-4 11 0 0 0,-7 13 0 0 0,-9 6 0 0 0,-8-6 0 0 0,1-12 0 0 0,6-11 0 0 0,-1-18 0 0 0,10-17 0 0 0,16-41 0 0 0,13-48 0 0 0,33-64 0 0 0,37-67 0 0 0,31-51 0 0 0,24-34 0 0 0,17-14 0 0 0,10 8 0 0 0,-3 16 0 0 0,-8 31 0 0 0,-16 41 0 0 0,-18 47 0 0 0,-16 40 0 0 0,-19 38 0 0 0,-17 37 0 0 0,-14 45 0 0 0,-9 49 0 0 0,-6 54 0 0 0,-3 37 0 0 0,0 33 0 0 0,-8 20 0 0 0,-8-11 0 0 0,-9-25 0 0 0,-5-42 0 0 0,-6-43 0 0 0,5-36 0 0 0,1-35 0 0 0,-1-19 0 0 0,-2-17 0 0 0,-2-12 0 0 0,-1-7 0 0 0,-23-5 0 0 0,-29-23 0 0 0,-26-28 0 0 0,-23-41 0 0 0,-8-46 0 0 0,7-36 0 0 0,20-7 0 0 0,31 19 0 0 0,31 30 0 0 0,25 25 0 0 0,18 23 0 0 0,13 19 0 0 0,13 15 0 0 0,19 8 0 0 0,19-2 0 0 0,8 7 0 0 0,2 9 0 0 0,-2 11 0 0 0,11 8 0 0 0,14 6 0 0 0,2 4 0 0 0,7 16 0 0 0,-5 20 0 0 0,-2 24 0 0 0,-8 39 0 0 0,-11 30 0 0 0,-15 29 0 0 0,-16 37 0 0 0,-14 56 0 0 0,-32 42 0 0 0,-34 27 0 0 0,-30 24 0 0 0,-17-18 0 0 0,-6-37 0 0 0,14-53 0 0 0,43-151 0 0 0,28-97 0 0 0,17-60 0 0 0,9-25 0 0 0,8-3 0 0 0,9 9 0 0 0,0 13 0 0 0,-6 12 0 0 0,-6 5 0 0 0,-5 4 0 0 0,-6 35 0 0 0,-3 55 0 0 0,-8 51 0 0 0,-5 33 0 0 0,1 24 0 0 0,2 3 0 0 0,2-16 0 0 0,2-22 0 0 0,9-51 0 0 0,24-55 0 0 0,23-63 0 0 0,22-70 0 0 0,20-40 0 0 0,9-26 0 0 0,0-1 0 0 0,-3 7 0 0 0,-11 28 0 0 0,-14 36 0 0 0,-20 54 0 0 0,-19 54 0 0 0,-15 52 0 0 0,-19 35 0 0 0,-24 28 0 0 0,-8 18 0 0 0,1-1 0 0 0,-1 1 0 0 0,-3-4 0 0 0,-3-7 0 0 0,4-5 0 0 0,2-19 0 0 0,5-16 0 0 0,0-18 0 0 0,-3-16 0 0 0,-11-33 0 0 0,2-37 0 0 0,-1-40 0 0 0,0-33 0 0 0,6-18 0 0 0,8-7 0 0 0,9-1 0 0 0,6 3 0 0 0,5 18 0 0 0,11 23 0 0 0,10 28 0 0 0,10 26 0 0 0,7 21 0 0 0,5 22 0 0 0,-4 32 0 0 0,-8 18 0 0 0,-8 15 0 0 0,-9 10 0 0 0,-4 8 0 0 0,-5 11 0 0 0,-1 4 0 0 0,-2 0 0 0 0,-6-10 0 0 0,-10-12 0 0 0,-9-5 0 0 0,-6-13 0 0 0,-20-24 0 0 0,-14-25 0 0 0,-10-41 0 0 0,-13-29 0 0 0,9-18 0 0 0,4-10 0 0 0,15 5 0 0 0,18 8 0 0 0,16 12 0 0 0,21 16 0 0 0,18 17 0 0 0,7 22 0 0 0,1 25 0 0 0,-3 47 0 0 0,-12 41 0 0 0,-13 45 0 0 0,-19 34 0 0 0,-26 27 0 0 0,-11 15 0 0 0,-9-11 0 0 0,2-26 0 0 0,-1-45 0 0 0,11-54 0 0 0,17-55 0 0 0,15-69 0 0 0,7-56 0 0 0,6-34 0 0 0,7-37 0 0 0,-2-26 0 0 0,0 5 0 0 0,3 20 0 0 0,3 23 0 0 0,2 30 0 0 0,2 26 0 0 0,9 28 0 0 0,9 31 0 0 0,10 41 0 0 0,0 40 0 0 0,-4 24 0 0 0,-6 20 0 0 0,-6 15 0 0 0,-4 16 0 0 0,-4 15 0 0 0,-1 4 0 0 0,-9-10 0 0 0,-9-6 0 0 0,-3-19 0 0 0,-4-29 0 0 0,-6-28 0 0 0,-4-24 0 0 0,-3-25 0 0 0,3-20 0 0 0,9-43 0 0 0,1-55 0 0 0,5-43 0 0 0,5-31 0 0 0,6-27 0 0 0,3-33 0 0 0,3 3 0 0 0,2 23 0 0 0,1 33 0 0 0,14 42 0 0 0,5 38 0 0 0,6 37 0 0 0,5 31 0 0 0,-2 28 0 0 0,-6 23 0 0 0,-7 24 0 0 0,-6 12 0 0 0,-5 12 0 0 0,-4 3 0 0 0,-1 5 0 0 0,-1 11 0 0 0,-7 7 0 0 0,-3-5 0 0 0,-6-2 0 0 0,0-1 0 0 0,2-6 0 0 0,11-16 0 0 0,21-24 0 0 0,21-47 0 0 0,25-49 0 0 0,31-41 0 0 0,27-39 0 0 0,14-38 0 0 0,-1-29 0 0 0,-10-2 0 0 0,-12 16 0 0 0,-25 26 0 0 0,-26 56 0 0 0,-25 62 0 0 0,-25 53 0 0 0,-15 49 0 0 0,-20 50 0 0 0,-27 44 0 0 0,-20 32 0 0 0,-11 29 0 0 0,-7 22 0 0 0,-1 15 0 0 0,0-6 0 0 0,15-8 0 0 0,7-28 0 0 0,7-41 0 0 0,15-41 0 0 0,21-40 0 0 0,30-41 0 0 0,21-33 0 0 0,20-25 0 0 0,16-37 0 0 0,19-29 0 0 0,10-36 0 0 0,10-39 0 0 0,10-34 0 0 0,14-13 0 0 0,6 2 0 0 0,-11 22 0 0 0,-19 28 0 0 0,-21 40 0 0 0,-22 34 0 0 0,-29 31 0 0 0,-27 23 0 0 0,-13 25 0 0 0,-12 20 0 0 0,-9 21 0 0 0,1 25 0 0 0,-9 31 0 0 0,-11 42 0 0 0,-4 47 0 0 0,-14 42 0 0 0,-3 39 0 0 0,-2 25 0 0 0,3 19 0 0 0,1 1 0 0 0,4-25 0 0 0,14-46 0 0 0,16-56 0 0 0,13-52 0 0 0,12-55 0 0 0,14-47 0 0 0,20-42 0 0 0,29-26 0 0 0,11-20 0 0 0,3-6 0 0 0,11 1 0 0 0,-1-3 0 0 0,-6 4 0 0 0,0 12 0 0 0,-6 16 0 0 0,-6 7 0 0 0,-7 8 0 0 0,-11 2 0 0 0,-5-4 0 0 0,-3 3 0 0 0,2-3 0 0 0,1-3 0 0 0,2 2 0 0 0,2-2 0 0 0,-6-3 0 0 0,-1 4 0 0 0,-7-1 0 0 0,0 4 0 0 0,3 6 0 0 0,-3 12 0 0 0,-14 9 0 0 0,-15 9 0 0 0,-14 3 0 0 0,-11-1 0 0 0,-8 3 0 0 0,-4 7 0 0 0,-17-2 0 0 0,-12 2 0 0 0,-9 5 0 0 0,2-3 0 0 0,-14 0 0 0 0,-12-3 0 0 0,-4-7 0 0 0,4-6 0 0 0,10-4 0 0 0,16-4 0 0 0,13-3 0 0 0,10 7 0 0 0,8 1 0 0 0,4 0 0 0 0,3-2 0 0 0,0-2 0 0 0,0-1 0 0 0,0-2 0 0 0,-1 0 0 0 0,7 6 0 0 0,1 9 0 0 0,0 2 0 0 0,4 5 0 0 0,1-2 0 0 0,-2 3 0 0 0,10-2 0 0 0,16-6 0 0 0,23-12 0 0 0,21-14 0 0 0,19-12 0 0 0,13-17 0 0 0,0-1 0 0 0,3-8 0 0 0,3 3 0 0 0,-13 4 0 0 0,-10 0 0 0 0,-8 8 0 0 0,-5 17 0 0 0,-9 17 0 0 0,-11 17 0 0 0,-10 11 0 0 0,-6 9 0 0 0,-5 4 0 0 0,-2 2 0 0 0,5-6 0 0 0,2-2 0 0 0,7-1 0 0 0,8-6 0 0 0,8-8 0 0 0,5-8 0 0 0,4-5 0 0 0,3-5 0 0 0,0-3 0 0 0,1-1 0 0 0,0 0 0 0 0,0-1 0 0 0,0 1 0 0 0,-1 0 0 0 0,-1 0 0 0 0,1 1 0 0 0,0 7 0 0 0,-1 2 0 0 0,-7 7 0 0 0,-2 1 0 0 0,1-3 0 0 0,-6 4 0 0 0,7 5 0 0 0,5-1 0 0 0,2-4 0 0 0,2-5 0 0 0,1-5 0 0 0,6-4 0 0 0,2-9 0 0 0,-14-5 0 0 0,-22 8 0 0 0,-20 3 0 0 0,-16 9 0 0 0,-12 2 0 0 0,-8 7 0 0 0,-4 0 0 0 0,-8 4 0 0 0,-3 4 0 0 0,1-1 0 0 0,3-6 0 0 0,2-6 0 0 0,4-5 0 0 0,1-5 0 0 0,2 5 0 0 0,0 0 0 0 0,1-1 0 0 0,0-2 0 0 0,0-2 0 0 0,0-2 0 0 0,0-1 0 0 0,0 0 0 0 0,-1-2 0 0 0,1 1 0 0 0,-1 0 0 0 0,1-1 0 0 0,-1 1 0 0 0,1 0 0 0 0,-1 0 0 0 0,1 0 0 0 0,-1 0 0 0 0,15 0 0 0 0,11-7 0 0 0,16-3 0 0 0,22-6 0 0 0,7-7 0 0 0,6-1 0 0 0,11-9 0 0 0,4 0 0 0 0,9-1 0 0 0,15-9 0 0 0,8-4 0 0 0,-1-1 0 0 0,-23 7 0 0 0,-34 18 0 0 0,-36 13 0 0 0,-30 15 0 0 0,-22 14 0 0 0,-14 11 0 0 0,-16 0 0 0 0,-18-5 0 0 0,-20-7 0 0 0,-16-6 0 0 0,-17-6 0 0 0,-16-10 0 0 0,1-12 0 0 0,18-3 0 0 0,7-5 0 0 0,24-6 0 0 0,13-5 0 0 0,19-4 0 0 0,19-1 0 0 0,10-9 0 0 0,9-10 0 0 0,15-2 0 0 0,16 2 0 0 0,12 5 0 0 0,10-4 0 0 0,6 2 0 0 0,10 3 0 0 0,11 4 0 0 0,10-5 0 0 0,6 8 0 0 0,5 4 0 0 0,2 10 0 0 0,1 30 0 0 0,8 38 0 0 0,2 41 0 0 0,-1 49 0 0 0,-2 39 0 0 0,4 33 0 0 0,0 26 0 0 0,-9-4 0 0 0,-12-19 0 0 0,-11-36 0 0 0,-11-39 0 0 0,1-55 0 0 0,6-61 0 0 0,-2-67 0 0 0,5-81 0 0 0,13-80 0 0 0,0-60 0 0 0,-6-38 0 0 0,-7-9 0 0 0,-7 17 0 0 0,-6 45 0 0 0,-5 62 0 0 0,-3 56 0 0 0,0 62 0 0 0,-2 65 0 0 0,1 71 0 0 0,-8 61 0 0 0,-1 48 0 0 0,0 38 0 0 0,3 13 0 0 0,2 13 0 0 0,1-11 0 0 0,3-28 0 0 0,0-39 0 0 0,1-37 0 0 0,-7-37 0 0 0,-16-32 0 0 0,-32-44 0 0 0,-36-78 0 0 0,-30-82 0 0 0,-8-70 0 0 0,3-45 0 0 0,16 4 0 0 0,27 41 0 0 0,27 53 0 0 0,24 49 0 0 0,31 48 0 0 0,29 44 0 0 0,39 43 0 0 0,22 56 0 0 0,17 45 0 0 0,12 48 0 0 0,6 40 0 0 0,-3 28 0 0 0,-8 13 0 0 0,-16-5 0 0 0,-25-22 0 0 0,-25-38 0 0 0,-20-34 0 0 0,-14-34 0 0 0,-11-40 0 0 0,-4-53 0 0 0,-2-69 0 0 0,-1-75 0 0 0,22-70 0 0 0,22-57 0 0 0,18-48 0 0 0,7-6 0 0 0,-7 30 0 0 0,-14 56 0 0 0,-21 81 0 0 0,-35 94 0 0 0,-37 100 0 0 0,-24 90 0 0 0,-14 86 0 0 0,2 70 0 0 0,0 34 0 0 0,9 18 0 0 0,3-6 0 0 0,7-40 0 0 0,7-56 0 0 0,8-55 0 0 0,5-52 0 0 0,11-56 0 0 0,4-62 0 0 0,8-56 0 0 0,7-62 0 0 0,8-71 0 0 0,4-63 0 0 0,4-39 0 0 0,2-17 0 0 0,7 21 0 0 0,10 49 0 0 0,9 56 0 0 0,14 62 0 0 0,13 78 0 0 0,13 71 0 0 0,16 78 0 0 0,7 67 0 0 0,10 64 0 0 0,10 46 0 0 0,-1 29 0 0 0,-11 7 0 0 0,-16-11 0 0 0,-14-32 0 0 0,-19-60 0 0 0,-18-61 0 0 0,-14-54 0 0 0,-10-39 0 0 0,-13-27 0 0 0,-20-21 0 0 0,-12-17 0 0 0,-21-10 0 0 0,-36-20 0 0 0,-23-36 0 0 0,-12-30 0 0 0,8-22 0 0 0,19-15 0 0 0,26-8 0 0 0,26-3 0 0 0,22-9 0 0 0,16-1 0 0 0,11 2 0 0 0,4 10 0 0 0,3 6 0 0 0,8 16 0 0 0,7 20 0 0 0,9 23 0 0 0,6 17 0 0 0,11 8 0 0 0,12 11 0 0 0,3 10 0 0 0,-1 22 0 0 0,2 24 0 0 0,-1 22 0 0 0,-12 15 0 0 0,-14 19 0 0 0,-13 15 0 0 0,-10 5 0 0 0,-7-1 0 0 0,-5-11 0 0 0,-2-15 0 0 0,0-6 0 0 0,-1-8 0 0 0,-6-15 0 0 0,-9-17 0 0 0,-8-12 0 0 0,-15-11 0 0 0,-20-27 0 0 0,-22-33 0 0 0,-24-49 0 0 0,-9-71 0 0 0,8-49 0 0 0,16-30 0 0 0,24 7 0 0 0,23 23 0 0 0,19 36 0 0 0,14 41 0 0 0,16 45 0 0 0,22 40 0 0 0,20 43 0 0 0,24 46 0 0 0,28 59 0 0 0,25 58 0 0 0,21 52 0 0 0,6 56 0 0 0,-7 34 0 0 0,-22 17 0 0 0,-17-9 0 0 0,-19-12 0 0 0,-24-41 0 0 0,-23-55 0 0 0,-17-53 0 0 0,-13-42 0 0 0,-7-31 0 0 0,-11-25 0 0 0,-18-21 0 0 0,-19-33 0 0 0,-14-36 0 0 0,-12-38 0 0 0,-8-45 0 0 0,4-36 0 0 0,0-10 0 0 0,13 5 0 0 0,18 24 0 0 0,17 32 0 0 0,5 21 0 0 0,8 21 0 0 0,6 30 0 0 0,12 23 0 0 0,6 23 0 0 0,1 26 0 0 0,6 29 0 0 0,8 27 0 0 0,0 14 0 0 0,3 12 0 0 0,4 2 0 0 0,-3-4 0 0 0,-6-5 0 0 0,1-6 0 0 0,-4-4 0 0 0,-12-19 0 0 0,-21-48 0 0 0,-36-85 0 0 0,-31-89 0 0 0,-22-74 0 0 0,-8-63 0 0 0,8-18 0 0 0,15 8 0 0 0,22 40 0 0 0,23 58 0 0 0,19 55 0 0 0,13 45 0 0 0,10 33 0 0 0,18 28 0 0 0,21 34 0 0 0,11 18 0 0 0,-2 15 0 0 0,-3 8 0 0 0,0 13 0 0 0,-9 5 0 0 0,-9 1 0 0 0,-3 12 0 0 0,3 15 0 0 0,-3 8 0 0 0,1 25 0 0 0,-2 20 0 0 0,-6 16 0 0 0,-5 10 0 0 0,-4-1 0 0 0,-3-6 0 0 0,-2-16 0 0 0,-2-17 0 0 0,0-22 0 0 0,-7-35 0 0 0,-16-42 0 0 0,-26-60 0 0 0,-32-74 0 0 0,-23-80 0 0 0,-22-65 0 0 0,3-31 0 0 0,23 13 0 0 0,29 39 0 0 0,26 52 0 0 0,21 51 0 0 0,22 47 0 0 0,26 53 0 0 0,22 68 0 0 0,12 62 0 0 0,2 58 0 0 0,-1 51 0 0 0,-4 26 0 0 0,-4 17 0 0 0,-10-14 0 0 0,-12-25 0 0 0,-11-42 0 0 0,-9-42 0 0 0,-4-49 0 0 0,-5-45 0 0 0,0-42 0 0 0,-2-34 0 0 0,1-44 0 0 0,7-36 0 0 0,10-46 0 0 0,10-36 0 0 0,14-33 0 0 0,8-25 0 0 0,3-17 0 0 0,-7 11 0 0 0,-11 24 0 0 0,-11 31 0 0 0,-8 46 0 0 0,-8 45 0 0 0,-3 36 0 0 0,-3 26 0 0 0,-1 16 0 0 0,6 10 0 0 0,11 10 0 0 0,9 10 0 0 0,15 0 0 0 0,7-3 0 0 0,4-7 0 0 0,7-5 0 0 0,-7 16 0 0 0,-18 33 0 0 0,-14 26 0 0 0,-11 49 0 0 0,-14 30 0 0 0,-12 14 0 0 0,-10 6 0 0 0,-8-8 0 0 0,4-19 0 0 0,6-37 0 0 0,8-67 0 0 0,15-70 0 0 0,21-69 0 0 0,23-54 0 0 0,25-39 0 0 0,16-25 0 0 0,8 9 0 0 0,-3 30 0 0 0,-11 29 0 0 0,-9 44 0 0 0,-18 38 0 0 0,-8 36 0 0 0,-12 41 0 0 0,-11 45 0 0 0,-7 39 0 0 0,-7 51 0 0 0,-2 40 0 0 0,-17 37 0 0 0,-12 27 0 0 0,-16 11 0 0 0,-7 9 0 0 0,-9-9 0 0 0,-1-15 0 0 0,9-30 0 0 0,7-34 0 0 0,4-35 0 0 0,1-37 0 0 0,9-41 0 0 0,-6-40 0 0 0,-3-42 0 0 0,-2-41 0 0 0,7-29 0 0 0,8-30 0 0 0,10-19 0 0 0,7-31 0 0 0,12-19 0 0 0,21-23 0 0 0,27-21 0 0 0,26-9 0 0 0,28 5 0 0 0,26 18 0 0 0,3 29 0 0 0,-5 36 0 0 0,-12 20 0 0 0,-3 15 0 0 0,7 4 0 0 0,11-10 0 0 0,4-9 0 0 0,9-6 0 0 0,13-3 0 0 0,3 4 0 0 0,-6 17 0 0 0,-7 25 0 0 0,-15 18 0 0 0,-16 20 0 0 0,-13 24 0 0 0,-24 14 0 0 0,-19 7 0 0 0,-12 11 0 0 0,-7 8 0 0 0,-4 8 0 0 0,6 5 0 0 0,24-3 0 0 0,15-9 0 0 0,14 0 0 0 0,-2 2 0 0 0,19-4 0 0 0,11-6 0 0 0,-9 2 0 0 0,-10-3 0 0 0,-15 2 0 0 0,-9 6 0 0 0,-11 6 0 0 0,-11 4 0 0 0,-8 4 0 0 0,1 2 0 0 0,0 1 0 0 0,-3 1 0 0 0,-3 0 0 0 0,-1 0 0 0 0,5 7 0 0 0,1 9 0 0 0,6 9 0 0 0,1-1 0 0 0,-3-3 0 0 0,4 0 0 0 0,12 5 0 0 0,9-3 0 0 0,12 8 0 0 0,-3 7 0 0 0,-9 10 0 0 0,-12 4 0 0 0,-10 0 0 0 0,-7 5 0 0 0,-6 0 0 0 0,-11-3 0 0 0,-10-4 0 0 0,-11-3 0 0 0,-6-3 0 0 0,-5-3 0 0 0,-2 0 0 0 0,-2-1 0 0 0,0 0 0 0 0,0 0 0 0 0,0 0 0 0 0,8 0 0 0 0,3 0 0 0 0,0 7 0 0 0,-2 3 0 0 0,-2 0 0 0 0,-2-3 0 0 0,-1-1 0 0 0,-8 5 0 0 0,-18 0 0 0 0,-11 0 0 0 0,-14-11 0 0 0,-13-4 0 0 0,-2-1 0 0 0,-6-8 0 0 0,-3-1 0 0 0,-5 3 0 0 0,-10 2 0 0 0,3-4 0 0 0,10 0 0 0 0,9-4 0 0 0,16 1 0 0 0,11-5 0 0 0,-4 2 0 0 0,-1 5 0 0 0,-6 4 0 0 0,-3-3 0 0 0,1 1 0 0 0,2-5 0 0 0,-4-6 0 0 0,-1-6 0 0 0,3-6 0 0 0,-4-3 0 0 0,0 5 0 0 0,2 1 0 0 0,5-2 0 0 0,16-8 0 0 0,14-11 0 0 0,18-11 0 0 0,16-16 0 0 0,26-14 0 0 0,21-21 0 0 0,6-11 0 0 0,6-5 0 0 0,12-9 0 0 0,5 6 0 0 0,-5 4 0 0 0,-12 17 0 0 0,-2 7 0 0 0,-1 8 0 0 0,-12 20 0 0 0,-23 24 0 0 0,-25 13 0 0 0,-21 22 0 0 0,-30 21 0 0 0,-37 24 0 0 0,-40 15 0 0 0,-28 14 0 0 0,-26 13 0 0 0,-18 8 0 0 0,2-1 0 0 0,18-6 0 0 0,24-15 0 0 0,50-31 0 0 0,71-40 0 0 0,59-38 0 0 0,46-39 0 0 0,44-30 0 0 0,36-23 0 0 0,12-1 0 0 0,4-2 0 0 0,-6 9 0 0 0,-18 8 0 0 0,-28 13 0 0 0,-36 26 0 0 0,-39 30 0 0 0,-135 82 0 0 0,-59 38 0 0 0,-13 10 0 0 0,6-14 0 0 0,30-15 0 0 0,-30 106 0 0 0,-1 43 0 0 0,16-11 0 0 0,18-27 0 0 0,30-60 0 0 0,28-66 0 0 0,40-65 0 0 0,37-68 0 0 0,50-63 0 0 0,29-45 0 0 0,26-21 0 0 0,13-4 0 0 0,-2 11 0 0 0,12 10 0 0 0,16 7 0 0 0,2 13 0 0 0,-6 27 0 0 0,-21 29 0 0 0,-29 25 0 0 0,-38 27 0 0 0,-38 37 0 0 0,-46 42 0 0 0,-48 38 0 0 0,-28 22 0 0 0,-12 12 0 0 0,4 2 0 0 0,12 6 0 0 0,13 0 0 0 0,13-12 0 0 0,9-14 0 0 0,7-14 0 0 0,4-10 0 0 0,8-8 0 0 0,4-12 0 0 0,-1-5 0 0 0,-2-7 0 0 0,-3 6 0 0 0,-10-1 0 0 0,-3 8 0 0 0,-2 5 0 0 0,-6 3 0 0 0,7 1 0 0 0,-3 0 0 0 0,1 6 0 0 0,1 1 0 0 0,3 7 0 0 0,9 0 0 0 0,4-3 0 0 0,1-4 0 0 0,6-4 0 0 0,0-3 0 0 0,-2-2 0 0 0,-3-8 0 0 0,4-3 0 0 0,-1-1 0 0 0,-2 3 0 0 0,-3 2 0 0 0,-3-6 0 0 0,-9 1 0 0 0,-4 0 0 0 0,0-4 0 0 0,-6 1 0 0 0,6 1 0 0 0,6-3 0 0 0,2-6 0 0 0,1 0 0 0 0,-6 4 0 0 0,-2 5 0 0 0,7 5 0 0 0,-3-4 0 0 0,-9 0 0 0 0,-1 3 0 0 0,1-5 0 0 0,3 0 0 0 0,2 2 0 0 0,4 3 0 0 0,1 4 0 0 0,16-6 0 0 0,34-21 0 0 0,37-41 0 0 0,53-51 0 0 0,67-60 0 0 0,55-56 0 0 0,47-29 0 0 0,21-11 0 0 0,-3-1 0 0 0,-21 12 0 0 0,-28 24 0 0 0,-38 38 0 0 0,-47 42 0 0 0,-40 26 0 0 0,-26 24 0 0 0,-12 16 0 0 0,-12 12 0 0 0,-8 5 0 0 0,1 4 0 0 0,-1-1 0 0 0,-2 1 0 0 0,-3 5 0 0 0,-2 1 0 0 0,6 6 0 0 0,1 7 0 0 0,-7-1 0 0 0,-5 3 0 0 0,5 4 0 0 0,2 3 0 0 0,1 4 0 0 0,-1 2 0 0 0,-1 2 0 0 0,-1 0 0 0 0,5 1 0 0 0,10 0 0 0 0,1-1 0 0 0,-3 1 0 0 0,-3-1 0 0 0,3 0 0 0 0,5 1 0 0 0,7-1 0 0 0,6 0 0 0 0,11 0 0 0 0,12 0 0 0 0,18-1 0 0 0,10 9 0 0 0,5 8 0 0 0,-6 2 0 0 0,-9-2 0 0 0,-5-3 0 0 0,-6 2 0 0 0,-13-1 0 0 0,-3-2 0 0 0,-1-4 0 0 0,-2-4 0 0 0,6-1 0 0 0,8-2 0 0 0,16-1 0 0 0,8-1 0 0 0,13 1 0 0 0,3-1 0 0 0,-8 1 0 0 0,-19-1 0 0 0,-21 1 0 0 0,-7 0 0 0 0,-2 0 0 0 0,-1 0 0 0 0,-2 7 0 0 0,-6 2 0 0 0,5 7 0 0 0,11 1 0 0 0,10 4 0 0 0,3-1 0 0 0,5-4 0 0 0,5 2 0 0 0,-9 5 0 0 0,-8-1 0 0 0,-7-4 0 0 0,3 1 0 0 0,0 5 0 0 0,5 5 0 0 0,1-2 0 0 0,4-5 0 0 0,0-1 0 0 0,-11-2 0 0 0,-7 1 0 0 0,-11-1 0 0 0,-10-5 0 0 0,-9-5 0 0 0,0 4 0 0 0,6-1 0 0 0,6 12 0 0 0,13 8 0 0 0,7 7 0 0 0,4 3 0 0 0,0 2 0 0 0,-1 0 0 0 0,-9 0 0 0 0,-3 6 0 0 0,-9 3 0 0 0,-7 5 0 0 0,-9 0 0 0 0,-12-2 0 0 0,-6-4 0 0 0,-2-4 0 0 0,-13-10 0 0 0,-10-4 0 0 0,-14-1 0 0 0,-12-6 0 0 0,-12-8 0 0 0,1-21 0 0 0,18-31 0 0 0,32-39 0 0 0,34-28 0 0 0,42-25 0 0 0,47-12 0 0 0,42 2 0 0 0,16 4 0 0 0,-4 16 0 0 0,-23 28 0 0 0,-33 30 0 0 0,-35 23 0 0 0,-35 32 0 0 0,-31 31 0 0 0,-21 17 0 0 0,-23 7 0 0 0,-24 3 0 0 0,-29-1 0 0 0,-33 3 0 0 0,-24 0 0 0 0,-6-11 0 0 0,-4-13 0 0 0,11-12 0 0 0,18-10 0 0 0,17-7 0 0 0,43-4 0 0 0,35-3 0 0 0,44-1 0 0 0,64 1 0 0 0,63 0 0 0 0,44 0 0 0 0,28 1 0 0 0,-7 1 0 0 0,-36 0 0 0 0,-47-1 0 0 0,-48 16 0 0 0,-58 25 0 0 0,-78 41 0 0 0,-85 43 0 0 0,-99 35 0 0 0,-107 33 0 0 0,-82 26 0 0 0,-73-3 0 0 0,-18-24 0 0 0,32-30 0 0 0,80-35 0 0 0,98-40 0 0 0,90-33 0 0 0,78-41 0 0 0,66-37 0 0 0,54-34 0 0 0,49-29 0 0 0,42-20 0 0 0,34-14 0 0 0,37 1 0 0 0,54-15 0 0 0,45-6 0 0 0,48 1 0 0 0,28 10 0 0 0,-3 20 0 0 0,-37 29 0 0 0,-57 28 0 0 0,-62 24 0 0 0,-55 17 0 0 0,-43 10 0 0 0,-28 6 0 0 0,-17 2 0 0 0,-9 1 0 0 0,-2-1 0 0 0,2-1 0 0 0,-13 5 0 0 0,-23 9 0 0 0,-24 8 0 0 0,-36 7 0 0 0,-57 11 0 0 0,-56 13 0 0 0,-48 11 0 0 0,-34 1 0 0 0,-2-5 0 0 0,37-12 0 0 0,50-16 0 0 0,54-7 0 0 0,34-1 0 0 0,10 9 0 0 0,5 5 0 0 0,0 10 0 0 0,-2 2 0 0 0,-16 7 0 0 0,-8-7 0 0 0,7 1 0 0 0,4-9 0 0 0,10-4 0 0 0,11-4 0 0 0,9-7 0 0 0,15-2 0 0 0,1 1 0 0 0,13-5 0 0 0,20-13 0 0 0,38-23 0 0 0,72-52 0 0 0,66-44 0 0 0,35-17 0 0 0,-12-2 0 0 0,-30 13 0 0 0,-43 19 0 0 0,-35 26 0 0 0,-23 17 0 0 0,-16 10 0 0 0,13 5 0 0 0,32-13 0 0 0,65-32 0 0 0,83-39 0 0 0,94-48 0 0 0,75-38 0 0 0,59-33 0 0 0,23-11 0 0 0,-23 1 0 0 0,-56 23 0 0 0,-82 41 0 0 0,-91 54 0 0 0,-77 47 0 0 0,-74 61 0 0 0,-51 62 0 0 0,-38 45 0 0 0,-25 44 0 0 0,-23 49 0 0 0,-9 59 0 0 0,-8 45 0 0 0,1 24 0 0 0,11-18 0 0 0,9-30 0 0 0,12-45 0 0 0,13-43 0 0 0,2-38 0 0 0,6-33 0 0 0,-2-33 0 0 0,1-14 0 0 0,-2-16 0 0 0,-7 8 0 0 0,2 10 0 0 0,-2 32 0 0 0,2 37 0 0 0,6 18 0 0 0,6 14 0 0 0,4 9 0 0 0,4-2 0 0 0,-5-7 0 0 0,-1-23 0 0 0,1-27 0 0 0,2-23 0 0 0,-5-13 0 0 0,-1-2 0 0 0,2-6 0 0 0,2 1 0 0 0,3 4 0 0 0,2-2 0 0 0,2 3 0 0 0,0 25 0 0 0,2 39 0 0 0,-1 48 0 0 0,1 49 0 0 0,-1 50 0 0 0,0 34 0 0 0,1 14 0 0 0,-1-20 0 0 0,0-49 0 0 0,0-52 0 0 0,0-90 0 0 0,7-93 0 0 0,9-98 0 0 0,10-94 0 0 0,6-88 0 0 0,6-48 0 0 0,10-2 0 0 0,4 38 0 0 0,-7 59 0 0 0,-11 79 0 0 0,-11 97 0 0 0,-10 125 0 0 0,-7 140 0 0 0,-4 130 0 0 0,-3 109 0 0 0,-1 74 0 0 0,0 43 0 0 0,-7-20 0 0 0,-2-86 0 0 0,1-110 0 0 0,2-111 0 0 0,3-106 0 0 0,1-107 0 0 0,3-111 0 0 0,0-108 0 0 0,8-108 0 0 0,3-85 0 0 0,7-78 0 0 0,14-48 0 0 0,9-39 0 0 0,5 0 0 0 0,2 27 0 0 0,0 78 0 0 0,-9 105 0 0 0,-9 136 0 0 0,-11 148 0 0 0,-8 144 0 0 0,-6 146 0 0 0,-3 122 0 0 0,-3 96 0 0 0,0 39 0 0 0,-7 10 0 0 0,-9-34 0 0 0,-1-84 0 0 0,2-105 0 0 0,-3-115 0 0 0,-5-125 0 0 0,-5-121 0 0 0,-12-113 0 0 0,-13-96 0 0 0,-11-80 0 0 0,-2-43 0 0 0,12 11 0 0 0,14 49 0 0 0,15 69 0 0 0,12 72 0 0 0,15 70 0 0 0,15 91 0 0 0,12 87 0 0 0,9 92 0 0 0,-3 69 0 0 0,-6 50 0 0 0,-7 35 0 0 0,-9-12 0 0 0,-11-25 0 0 0,-7-44 0 0 0,-9-44 0 0 0,-2-59 0 0 0,-5-77 0 0 0,-5-101 0 0 0,-5-104 0 0 0,2-79 0 0 0,8-47 0 0 0,7-2 0 0 0,6 36 0 0 0,5 54 0 0 0,3 55 0 0 0,3 61 0 0 0,0 81 0 0 0,0 98 0 0 0,1 98 0 0 0,-1 94 0 0 0,-1 70 0 0 0,1 47 0 0 0,-8 11 0 0 0,-9-43 0 0 0,-3-76 0 0 0,3-101 0 0 0,4-154 0 0 0,3-167 0 0 0,4-161 0 0 0,3-156 0 0 0,1-144 0 0 0,-6-70 0 0 0,-1 1 0 0 0,0 56 0 0 0,1 96 0 0 0,3 113 0 0 0,1 110 0 0 0,1 140 0 0 0,9 150 0 0 0,9 132 0 0 0,17 120 0 0 0,16 95 0 0 0,15 51 0 0 0,10 28 0 0 0,-8-10 0 0 0,-14-47 0 0 0,-17-67 0 0 0,-14-70 0 0 0,-11-61 0 0 0,-13-53 0 0 0,-22-55 0 0 0,-12-80 0 0 0,-29-102 0 0 0,-24-108 0 0 0,-11-101 0 0 0,5-73 0 0 0,18-25 0 0 0,23 24 0 0 0,20 44 0 0 0,17 76 0 0 0,18 100 0 0 0,9 114 0 0 0,3 140 0 0 0,0 128 0 0 0,-3 120 0 0 0,-2 112 0 0 0,-3 73 0 0 0,-2 50 0 0 0,-8-15 0 0 0,-17-63 0 0 0,-13-93 0 0 0,1-105 0 0 0,-1-149 0 0 0,-8-162 0 0 0,-26-160 0 0 0,-21-174 0 0 0,-17-133 0 0 0,-4-108 0 0 0,-11-64 0 0 0,1-4 0 0 0,15 71 0 0 0,17 115 0 0 0,26 170 0 0 0,22 215 0 0 0,19 217 0 0 0,13 202 0 0 0,9 180 0 0 0,4 141 0 0 0,-20 87 0 0 0,-20 20 0 0 0,-19-46 0 0 0,-7-94 0 0 0,1-127 0 0 0,3-132 0 0 0,5-132 0 0 0,12-131 0 0 0,6-149 0 0 0,8-164 0 0 0,10-155 0 0 0,8-146 0 0 0,5-82 0 0 0,4-36 0 0 0,2 29 0 0 0,0 84 0 0 0,1 112 0 0 0,0 114 0 0 0,-1 124 0 0 0,0 142 0 0 0,-1 142 0 0 0,0 139 0 0 0,-14 128 0 0 0,-18 93 0 0 0,-19 54 0 0 0,-15 16 0 0 0,-16-24 0 0 0,5-63 0 0 0,8-100 0 0 0,17-101 0 0 0,16-98 0 0 0,8-116 0 0 0,9-119 0 0 0,7-129 0 0 0,5-118 0 0 0,5-115 0 0 0,2-99 0 0 0,2-70 0 0 0,-1-19 0 0 0,1 49 0 0 0,-1 104 0 0 0,0 129 0 0 0,0 118 0 0 0,-1 93 0 0 0,0 79 0 0 0,0 73 0 0 0,0 78 0 0 0,0 89 0 0 0,0 100 0 0 0,0 95 0 0 0,0 79 0 0 0,0 40 0 0 0,0 2 0 0 0,0-32 0 0 0,0-73 0 0 0,0-93 0 0 0,0-89 0 0 0,0-72 0 0 0,0-63 0 0 0,0-86 0 0 0,-7-88 0 0 0,-10-82 0 0 0,-1-65 0 0 0,2-38 0 0 0,3 3 0 0 0,5 30 0 0 0,3 52 0 0 0,3 55 0 0 0,1 61 0 0 0,1 82 0 0 0,1 99 0 0 0,0 105 0 0 0,0 84 0 0 0,-1 51 0 0 0,0 6 0 0 0,1-19 0 0 0,-1-56 0 0 0,0-64 0 0 0,-7-66 0 0 0,-17-68 0 0 0,-18-52 0 0 0,-2-41 0 0 0,0-15 0 0 0,7-6 0 0 0,2-8 0 0 0,8-1 0 0 0,1 3 0 0 0,5 5 0 0 0,0-2 0 0 0,-5-13 0 0 0,3-1 0 0 0,-3 4 0 0 0,5 6 0 0 0,4 7 0 0 0,-1 6 0 0 0,2 3 0 0 0,5 3 0 0 0,-5 1 0 0 0,2 0 0 0 0,3 1 0 0 0,-4 0 0 0 0,-6-1 0 0 0,0 0 0 0 0,4 0 0 0 0,5 0 0 0 0,4-1 0 0 0,4 1 0 0 0,2-1 0 0 0,2 1 0 0 0,1-1 0 0 0,-8 8 0 0 0,-15 1 0 0 0,-12 8 0 0 0,0 0 0 0 0,-1 5 0 0 0,-2-2 0 0 0,-2 3 0 0 0,-1 5 0 0 0,0 5 0 0 0,-2 4 0 0 0,0 2 0 0 0,15 3 0 0 0,18 0 0 0 0,18 1 0 0 0,21-7 0 0 0,21-3 0 0 0,7 1 0 0 0,2-6 0 0 0,5 0 0 0 0,-3-5 0 0 0,4-7 0 0 0,-3 2 0 0 0,1-2 0 0 0,12-4 0 0 0,0 3 0 0 0,-13-1 0 0 0,-11 4 0 0 0,-6 7 0 0 0,-19 6 0 0 0,-20 11 0 0 0,-19 14 0 0 0,-8 11 0 0 0,-6 1 0 0 0,-7 3 0 0 0,2 12 0 0 0,0 12 0 0 0,12-10 0 0 0,16-12 0 0 0,23-19 0 0 0,15-18 0 0 0,9-8 0 0 0,11-9 0 0 0,10-14 0 0 0,1-1 0 0 0,3-2 0 0 0,5 0 0 0 0,-4 6 0 0 0,1 2 0 0 0,-12 14 0 0 0,-16 23 0 0 0,-16 19 0 0 0,-11 19 0 0 0,-10 9 0 0 0,-5 10 0 0 0,-17-6 0 0 0,-20-5 0 0 0,-17-4 0 0 0,-15-3 0 0 0,-17-2 0 0 0,-7-1 0 0 0,4-8 0 0 0,24-9 0 0 0,31-9 0 0 0,13-7 0 0 0,3-4 0 0 0,-2-4 0 0 0,-5-1 0 0 0,-6-8 0 0 0,-5-9 0 0 0,4 5 0 0 0,7 12 0 0 0,8 21 0 0 0,6 13 0 0 0,12 2 0 0 0,27-6 0 0 0,23-21 0 0 0,30-27 0 0 0,51-38 0 0 0,73-52 0 0 0,66-42 0 0 0,42-24 0 0 0,18-3 0 0 0,-13 7 0 0 0,-39 18 0 0 0,-46 29 0 0 0,-56 35 0 0 0,-58 40 0 0 0,-50 35 0 0 0,-36 28 0 0 0,-24 17 0 0 0,-14 19 0 0 0,-13 21 0 0 0,-4 13 0 0 0,-6 6 0 0 0,-4 2 0 0 0,-5 0 0 0 0,4-2 0 0 0,1-2 0 0 0,-2-10 0 0 0,4-10 0 0 0,1-16 0 0 0,5-26 0 0 0,6-29 0 0 0,6-37 0 0 0,13-39 0 0 0,12-28 0 0 0,3-9 0 0 0,0 7 0 0 0,-3 37 0 0 0,-4 59 0 0 0,-5 60 0 0 0,-1 56 0 0 0,-3 47 0 0 0,-1 33 0 0 0,-1 7 0 0 0,0-15 0 0 0,1-31 0 0 0,-1-46 0 0 0,1-68 0 0 0,-1-75 0 0 0,1-64 0 0 0,0-57 0 0 0,0-49 0 0 0,0-17 0 0 0,0 4 0 0 0,0 12 0 0 0,0 21 0 0 0,0 23 0 0 0,0 27 0 0 0,0 30 0 0 0,-7 64 0 0 0,-9 96 0 0 0,-10 119 0 0 0,1 101 0 0 0,-3 105 0 0 0,-4 75 0 0 0,-11 31 0 0 0,-4-1 0 0 0,5-61 0 0 0,9-79 0 0 0,12-89 0 0 0,1-80 0 0 0,4-82 0 0 0,-1-91 0 0 0,-6-93 0 0 0,-13-87 0 0 0,-7-67 0 0 0,-4-61 0 0 0,0-20 0 0 0,7 26 0 0 0,11 59 0 0 0,10 64 0 0 0,8 79 0 0 0,7 92 0 0 0,17 98 0 0 0,14 92 0 0 0,16 65 0 0 0,9 27 0 0 0,1 4 0 0 0,0-24 0 0 0,-10-39 0 0 0,-12-69 0 0 0,-11-73 0 0 0,-2-82 0 0 0,3-95 0 0 0,5-86 0 0 0,12-65 0 0 0,7-30 0 0 0,2 12 0 0 0,-6 48 0 0 0,-10 56 0 0 0,-4 65 0 0 0,8 79 0 0 0,5 88 0 0 0,10 91 0 0 0,4 76 0 0 0,6 50 0 0 0,0 14 0 0 0,-3-20 0 0 0,-11-50 0 0 0,-13-53 0 0 0,-20-63 0 0 0,-33-69 0 0 0,-34-82 0 0 0,-36-90 0 0 0,-32-83 0 0 0,-15-62 0 0 0,-6-31 0 0 0,14-4 0 0 0,15 31 0 0 0,20 44 0 0 0,26 49 0 0 0,24 51 0 0 0,20 43 0 0 0,7 39 0 0 0,-1 44 0 0 0,-4 53 0 0 0,-13 57 0 0 0,-21 76 0 0 0,-22 59 0 0 0,-20 41 0 0 0,0 17 0 0 0,10-26 0 0 0,13-42 0 0 0,19-51 0 0 0,19-61 0 0 0,9-76 0 0 0,9-64 0 0 0,7-61 0 0 0,7-49 0 0 0,3-22 0 0 0,3-3 0 0 0,1 14 0 0 0,-1 26 0 0 0,8 43 0 0 0,2 57 0 0 0,6 76 0 0 0,14 80 0 0 0,9 75 0 0 0,12 75 0 0 0,18 46 0 0 0,11 18 0 0 0,-7-20 0 0 0,-18-36 0 0 0,-17-45 0 0 0,-16-56 0 0 0,-11-66 0 0 0,-8-81 0 0 0,-5-117 0 0 0,-9-122 0 0 0,-17-111 0 0 0,-4-73 0 0 0,3-40 0 0 0,7-5 0 0 0,6 44 0 0 0,7 73 0 0 0,3 84 0 0 0,4 102 0 0 0,2 109 0 0 0,0 107 0 0 0,0 88 0 0 0,0 51 0 0 0,0 28 0 0 0,0 7 0 0 0,-1-5 0 0 0,0-12 0 0 0,0-31 0 0 0,0-40 0 0 0,0-40 0 0 0,0-36 0 0 0,-7-42 0 0 0,-2-51 0 0 0,0-68 0 0 0,-5-115 0 0 0,-1-91 0 0 0,3-62 0 0 0,3-38 0 0 0,3-27 0 0 0,3-2 0 0 0,2 18 0 0 0,0 52 0 0 0,2 76 0 0 0,-1 73 0 0 0,8 82 0 0 0,9 86 0 0 0,2 81 0 0 0,4 99 0 0 0,6 84 0 0 0,5 57 0 0 0,-4 32 0 0 0,1 21 0 0 0,-5-14 0 0 0,-8-39 0 0 0,-6-65 0 0 0,-5-59 0 0 0,-11-68 0 0 0,-5-75 0 0 0,-8-79 0 0 0,-1-49 0 0 0,3-29 0 0 0,3-10 0 0 0,5 3 0 0 0,2 8 0 0 0,3 16 0 0 0,2 19 0 0 0,7 22 0 0 0,3 35 0 0 0,0 36 0 0 0,5 51 0 0 0,7 36 0 0 0,7 29 0 0 0,-2 6 0 0 0,-5-12 0 0 0,-6-20 0 0 0,1-42 0 0 0,-3-38 0 0 0,-3-37 0 0 0,-4-59 0 0 0,-2-80 0 0 0,-3-78 0 0 0,-2-77 0 0 0,0-64 0 0 0,-1-39 0 0 0,0-20 0 0 0,1 6 0 0 0,-1 48 0 0 0,1 66 0 0 0,0 80 0 0 0,0 71 0 0 0,7 70 0 0 0,2 72 0 0 0,0 81 0 0 0,5 101 0 0 0,8 85 0 0 0,7 72 0 0 0,-2 15 0 0 0,2 2 0 0 0,3-37 0 0 0,-4-62 0 0 0,-7-65 0 0 0,1-76 0 0 0,2-89 0 0 0,13-97 0 0 0,13-96 0 0 0,13-88 0 0 0,9-74 0 0 0,0-36 0 0 0,1 19 0 0 0,-4 50 0 0 0,-14 100 0 0 0,-16 121 0 0 0,-15 118 0 0 0,-5 126 0 0 0,2 93 0 0 0,5 69 0 0 0,4 30 0 0 0,-3-1 0 0 0,-5-31 0 0 0,-7-61 0 0 0,-6-66 0 0 0,-5-93 0 0 0,-9-111 0 0 0,-26-110 0 0 0,-21-109 0 0 0,-24-93 0 0 0,-33-67 0 0 0,-27-51 0 0 0,-25-26 0 0 0,-14 3 0 0 0,1 40 0 0 0,25 73 0 0 0,36 89 0 0 0,38 113 0 0 0,31 118 0 0 0,24 129 0 0 0,15 134 0 0 0,15 99 0 0 0,14 73 0 0 0,16 39 0 0 0,8-12 0 0 0,4-42 0 0 0,-1-72 0 0 0,-8-82 0 0 0,-12-375 0 0 0,-11-156 0 0 0,-2 2 0 0 0,3 95 0 0 0,5 117 0 0 0,-2 104 0 0 0,-5 83 0 0 0,-6 54 0 0 0,-4 15 0 0 0,-5-13 0 0 0,-3-26 0 0 0,-1-41 0 0 0,-1-71 0 0 0,0-95 0 0 0,-7-131 0 0 0,-9-116 0 0 0,-2-72 0 0 0,2-39 0 0 0,5 20 0 0 0,3 66 0 0 0,4 87 0 0 0,81 518 0 0 0,26 245 0 0 0,4 72 0 0 0,-16-46 0 0 0,-24-105 0 0 0,-23-117 0 0 0,-19-130 0 0 0,-6-131 0 0 0,1-121 0 0 0,4-89 0 0 0,5-52 0 0 0,12-23 0 0 0,7 9 0 0 0,1 37 0 0 0,-6 45 0 0 0,-11 70 0 0 0,-18 91 0 0 0,-18 80 0 0 0,-22 74 0 0 0,-14 59 0 0 0,-7 27 0 0 0,-2-7 0 0 0,7-38 0 0 0,4-46 0 0 0,-5-57 0 0 0,-10-60 0 0 0,-9-64 0 0 0,-16-71 0 0 0,-15-69 0 0 0,-13-69 0 0 0,5-52 0 0 0,19-20 0 0 0,25-1 0 0 0,21 25 0 0 0,18 37 0 0 0,11 54 0 0 0,8 46 0 0 0,10 46 0 0 0,11 40 0 0 0,9 31 0 0 0,6 26 0 0 0,-3 27 0 0 0,1 31 0 0 0,-7 20 0 0 0,-7 18 0 0 0,-7 6 0 0 0,-6 1 0 0 0,-4-10 0 0 0,4-28 0 0 0,9-67 0 0 0,8-68 0 0 0,14-72 0 0 0,15-60 0 0 0,13-32 0 0 0,1 4 0 0 0,-3 26 0 0 0,-12 56 0 0 0,-15 80 0 0 0,-22 103 0 0 0,-12 101 0 0 0,-14 98 0 0 0,-6 81 0 0 0,1 56 0 0 0,3 23 0 0 0,-4 8 0 0 0,-6-37 0 0 0,-5-72 0 0 0,1-79 0 0 0,5-83 0 0 0,0-92 0 0 0,-4-101 0 0 0,-11-111 0 0 0,-14-104 0 0 0,-5-88 0 0 0,0-54 0 0 0,9-25 0 0 0,13 6 0 0 0,13 36 0 0 0,8 44 0 0 0,8 75 0 0 0,5 80 0 0 0,1 88 0 0 0,8 86 0 0 0,10 75 0 0 0,9 73 0 0 0,6 65 0 0 0,12 52 0 0 0,5 41 0 0 0,0 31 0 0 0,0 6 0 0 0,-10-30 0 0 0,-11-41 0 0 0,-11-56 0 0 0,-9-51 0 0 0,1-56 0 0 0,-1-49 0 0 0,-3-50 0 0 0,5-65 0 0 0,8-59 0 0 0,14-34 0 0 0,8-22 0 0 0,4 9 0 0 0,2 22 0 0 0,-8 34 0 0 0,-10 46 0 0 0,-11 53 0 0 0,-8 54 0 0 0,1 58 0 0 0,5 45 0 0 0,15 44 0 0 0,8 44 0 0 0,4 35 0 0 0,3 5 0 0 0,-1-26 0 0 0,-7-44 0 0 0,-11-73 0 0 0,-17-98 0 0 0,-25-106 0 0 0,-23-121 0 0 0,-35-122 0 0 0,-18-95 0 0 0,-9-58 0 0 0,6-23 0 0 0,19 28 0 0 0,21 61 0 0 0,21 82 0 0 0,15 86 0 0 0,10 81 0 0 0,7 91 0 0 0,4 89 0 0 0,0 86 0 0 0,0 65 0 0 0,-1 48 0 0 0,0 32 0 0 0,-2 27 0 0 0,0 18 0 0 0,-1 11 0 0 0,0 14 0 0 0,0 12 0 0 0,7 1 0 0 0,9-24 0 0 0,2-47 0 0 0,-2-59 0 0 0,-3-53 0 0 0,-5-43 0 0 0,11-42 0 0 0,9-45 0 0 0,7-49 0 0 0,12-61 0 0 0,18-60 0 0 0,28-65 0 0 0,18-50 0 0 0,11-40 0 0 0,0 6 0 0 0,-21 44 0 0 0,-28 60 0 0 0,-27 82 0 0 0,-20 76 0 0 0,-22 62 0 0 0,-12 36 0 0 0,-5 33 0 0 0,1 17 0 0 0,2 15 0 0 0,2 2 0 0 0,3 11 0 0 0,2-9 0 0 0,2-15 0 0 0,1-17 0 0 0,0-16 0 0 0,-6-12 0 0 0,-10-14 0 0 0,-9-13 0 0 0,-7-12 0 0 0,1-15 0 0 0,0-35 0 0 0,-3-39 0 0 0,-2-50 0 0 0,-2-38 0 0 0,5-13 0 0 0,1-4 0 0 0,7 22 0 0 0,7 30 0 0 0,-1 51 0 0 0,-3 61 0 0 0,1 54 0 0 0,4 49 0 0 0,6 38 0 0 0,4 26 0 0 0,4 9 0 0 0,1-2 0 0 0,3-13 0 0 0,-1-24 0 0 0,1-25 0 0 0,-14-51 0 0 0,-19-67 0 0 0,-11-72 0 0 0,-13-56 0 0 0,-3-44 0 0 0,8-3 0 0 0,5 11 0 0 0,5 30 0 0 0,8 56 0 0 0,17 80 0 0 0,25 72 0 0 0,19 63 0 0 0,4 40 0 0 0,-3 15 0 0 0,-7 0 0 0 0,-7-14 0 0 0,-6-21 0 0 0,-4-17 0 0 0,-4-23 0 0 0,-1-34 0 0 0,-23-48 0 0 0,-27-54 0 0 0,-21-35 0 0 0,-4-25 0 0 0,-4-2 0 0 0,4 9 0 0 0,9 14 0 0 0,7 21 0 0 0,8 20 0 0 0,4 17 0 0 0,4 13 0 0 0,2 8 0 0 0,1 4 0 0 0,1 2 0 0 0,-2 0 0 0 0,1-1 0 0 0,-8-7 0 0 0,-2-4 0 0 0,-7 0 0 0 0,-9-5 0 0 0,2-9 0 0 0,3 1 0 0 0,-2 3 0 0 0,10-3 0 0 0,7 3 0 0 0,-3-2 0 0 0,0-6 0 0 0,-6-5 0 0 0,6-4 0 0 0,5 3 0 0 0,-4 8 0 0 0,-2 8 0 0 0,2-1 0 0 0,1 3 0 0 0,1-4 0 0 0,3 2 0 0 0,0 3 0 0 0,1 4 0 0 0,1 4 0 0 0,7-5 0 0 0,2 0 0 0 0,0 1 0 0 0,-2 2 0 0 0,-3-4 0 0 0,-1-1 0 0 0,-2-5 0 0 0,-8-7 0 0 0,5-6 0 0 0,1 1 0 0 0,2 0 0 0 0,-7 3 0 0 0,-9 8 0 0 0,-10 5 0 0 0,-7 6 0 0 0,-6 4 0 0 0,-3 3 0 0 0,-2 0 0 0 0,6 2 0 0 0,10-1 0 0 0,9 0 0 0 0,7 0 0 0 0,6-1 0 0 0,-3 1 0 0 0,-8-1 0 0 0,-16 0 0 0 0,-8 0 0 0 0,1 0 0 0 0,8-7 0 0 0,23-3 0 0 0,27 1 0 0 0,24 2 0 0 0,19 2 0 0 0,13 2 0 0 0,8 1 0 0 0,3 1 0 0 0,2 1 0 0 0,0-7 0 0 0,5-2 0 0 0,2-6 0 0 0,5-8 0 0 0,14-1 0 0 0,2-2 0 0 0,-5 3 0 0 0,-8 5 0 0 0,1 6 0 0 0,3 4 0 0 0,4 5 0 0 0,-2 2 0 0 0,-6 1 0 0 0,-34 1 0 0 0,-37 0 0 0 0,-37 0 0 0 0,-40 0 0 0 0,-40 0 0 0 0,-41-1 0 0 0,-20 0 0 0 0,0 0 0 0 0,18 0 0 0 0,23 0 0 0 0,30 0 0 0 0,28 0 0 0 0,42 0 0 0 0,51 0 0 0 0,59 0 0 0 0,69 0 0 0 0,60 0 0 0 0,48 0 0 0 0,24 0 0 0 0,-4 0 0 0 0,-25 0 0 0 0,-39 0 0 0 0,-53 7 0 0 0,-65 10 0 0 0,-67 15 0 0 0,-78 17 0 0 0,-77 28 0 0 0,-78 23 0 0 0,-64 14 0 0 0,-48 10 0 0 0,-3 5 0 0 0,29-6 0 0 0,51-16 0 0 0,63-19 0 0 0,70-33 0 0 0,72-31 0 0 0,64-35 0 0 0,73-36 0 0 0,64-25 0 0 0,56-21 0 0 0,43-8 0 0 0,27-9 0 0 0,10-7 0 0 0,-15 17 0 0 0,-33 18 0 0 0,-50 23 0 0 0,-57 29 0 0 0,-51 40 0 0 0,-38 40 0 0 0,-41 33 0 0 0,-28 23 0 0 0,-16 14 0 0 0,-8 9 0 0 0,-9 3 0 0 0,-9 1 0 0 0,0-9 0 0 0,-1-18 0 0 0,3-20 0 0 0,6-24 0 0 0,14-38 0 0 0,14-36 0 0 0,14-45 0 0 0,16-33 0 0 0,16-24 0 0 0,13-5 0 0 0,16 10 0 0 0,1 16 0 0 0,0 17 0 0 0,0 22 0 0 0,-7 27 0 0 0,-10 39 0 0 0,-10 39 0 0 0,-7 24 0 0 0,-5 21 0 0 0,-3 16 0 0 0,-3-5 0 0 0,8-20 0 0 0,22-39 0 0 0,43-35 0 0 0,37-34 0 0 0,29-27 0 0 0,5-13 0 0 0,-15-2 0 0 0,-22 8 0 0 0,-28 22 0 0 0,-49 23 0 0 0,-58 27 0 0 0,-58 32 0 0 0,-43 22 0 0 0,-34 6 0 0 0,-18-3 0 0 0,2-8 0 0 0,24-14 0 0 0,32-16 0 0 0,44-29 0 0 0,64-29 0 0 0,85-39 0 0 0,100-45 0 0 0,101-33 0 0 0,88-13 0 0 0,61-9 0 0 0,31 8 0 0 0,-34 24 0 0 0,-79 33 0 0 0,-91 33 0 0 0,-86 34 0 0 0,-85 37 0 0 0,-69 38 0 0 0,-49 46 0 0 0,-31 28 0 0 0,-18 23 0 0 0,-13 22 0 0 0,-11 11 0 0 0,2-3 0 0 0,-2-17 0 0 0,5-28 0 0 0,8-28 0 0 0,14-25 0 0 0,15-24 0 0 0,21-29 0 0 0,34-39 0 0 0,26-30 0 0 0,28-22 0 0 0,21-13 0 0 0,16-14 0 0 0,2 10 0 0 0,-10 12 0 0 0,-10 18 0 0 0,-6 48 0 0 0,-5 60 0 0 0,6 70 0 0 0,0 65 0 0 0,1 49 0 0 0,-10 13 0 0 0,-3 6 0 0 0,-8-32 0 0 0,-9-48 0 0 0,-8-47 0 0 0,-12-58 0 0 0,-35-77 0 0 0,-39-80 0 0 0,-42-74 0 0 0,-44-73 0 0 0,-29-61 0 0 0,-33-50 0 0 0,-5-24 0 0 0,14 24 0 0 0,43 55 0 0 0,44 71 0 0 0,37 65 0 0 0,33 52 0 0 0,27 57 0 0 0,18 58 0 0 0,4 61 0 0 0,-3 55 0 0 0,-8 53 0 0 0,0 39 0 0 0,-3 38 0 0 0,1 10 0 0 0,-3 10 0 0 0,-4-2 0 0 0,-4-12 0 0 0,3-29 0 0 0,6-42 0 0 0,8-46 0 0 0,6-62 0 0 0,4-75 0 0 0,11-67 0 0 0,11-66 0 0 0,16-62 0 0 0,18-56 0 0 0,13-44 0 0 0,11-15 0 0 0,-1 21 0 0 0,-13 51 0 0 0,-17 50 0 0 0,-16 63 0 0 0,-12 78 0 0 0,-2 102 0 0 0,-4 68 0 0 0,-3 46 0 0 0,-3 43 0 0 0,-2 24 0 0 0,-2 7 0 0 0,0-12 0 0 0,-1-33 0 0 0,1-45 0 0 0,-1-44 0 0 0,1-34 0 0 0,-1-40 0 0 0,1-34 0 0 0,0-47 0 0 0,0-68 0 0 0,7-79 0 0 0,10-66 0 0 0,1-39 0 0 0,-2-7 0 0 0,-4 18 0 0 0,-3 36 0 0 0,-4 51 0 0 0,-3 51 0 0 0,-1 55 0 0 0,-2 71 0 0 0,1 86 0 0 0,-1 73 0 0 0,7 83 0 0 0,10 58 0 0 0,2 15 0 0 0,-2 6 0 0 0,-4-22 0 0 0,-3-52 0 0 0,-4-59 0 0 0,-3-53 0 0 0,-1-61 0 0 0,5-76 0 0 0,10-64 0 0 0,9-69 0 0 0,0-51 0 0 0,-5-34 0 0 0,3-20 0 0 0,-4 18 0 0 0,-5 35 0 0 0,-4 38 0 0 0,-5 59 0 0 0,-2 70 0 0 0,12 81 0 0 0,10 82 0 0 0,1 48 0 0 0,-3 41 0 0 0,1 34 0 0 0,3 2 0 0 0,-3-29 0 0 0,-5-39 0 0 0,-6-44 0 0 0,-5-39 0 0 0,-4-46 0 0 0,4-52 0 0 0,15-79 0 0 0,18-96 0 0 0,16-105 0 0 0,26-97 0 0 0,14-85 0 0 0,4-50 0 0 0,-1-16 0 0 0,-11 52 0 0 0,-19 98 0 0 0,-23 106 0 0 0,-19 126 0 0 0,-28 121 0 0 0,-22 114 0 0 0,-20 111 0 0 0,-11 91 0 0 0,-10 86 0 0 0,-9 49 0 0 0,-6 21 0 0 0,-4-3 0 0 0,-2-15 0 0 0,-1-32 0 0 0,7-49 0 0 0,10-64 0 0 0,16-61 0 0 0,17-61 0 0 0,15-82 0 0 0,10-83 0 0 0,7-99 0 0 0,5-97 0 0 0,8-121 0 0 0,10-100 0 0 0,8-71 0 0 0,7-31 0 0 0,4 2 0 0 0,3 45 0 0 0,-6 82 0 0 0,-9 99 0 0 0,-9 105 0 0 0,-15 105 0 0 0,-8 108 0 0 0,-24 105 0 0 0,-21 107 0 0 0,-16 97 0 0 0,-12 75 0 0 0,-6 66 0 0 0,4 22 0 0 0,-5-4 0 0 0,11-45 0 0 0,12-78 0 0 0,16-96 0 0 0,16-110 0 0 0,13-119 0 0 0,2-124 0 0 0,-10-121 0 0 0,-22-105 0 0 0,-18-65 0 0 0,-4-41 0 0 0,10 6 0 0 0,14 28 0 0 0,15 63 0 0 0,13 78 0 0 0,9 98 0 0 0,6 107 0 0 0,3 107 0 0 0,2 118 0 0 0,7 94 0 0 0,2 76 0 0 0,-1 60 0 0 0,-2 33 0 0 0,-4 10 0 0 0,-1-20 0 0 0,-2-59 0 0 0,-2-75 0 0 0,0-77 0 0 0,0-87 0 0 0,-1-99 0 0 0,1-93 0 0 0,0-90 0 0 0,-1-66 0 0 0,1-50 0 0 0,0-39 0 0 0,0-22 0 0 0,0-8 0 0 0,0 20 0 0 0,0 26 0 0 0,0 28 0 0 0,0 35 0 0 0,7 29 0 0 0,3 67 0 0 0,-1 79 0 0 0,-2 73 0 0 0,-2 70 0 0 0,-2 52 0 0 0,-1 47 0 0 0,-2 8 0 0 0,0-20 0 0 0,-7-30 0 0 0,-3-37 0 0 0,1-49 0 0 0,1-53 0 0 0,10-53 0 0 0,11-65 0 0 0,11-62 0 0 0,15-40 0 0 0,8-31 0 0 0,3-6 0 0 0,-7 20 0 0 0,-10 38 0 0 0,-12 76 0 0 0,-1 74 0 0 0,2 68 0 0 0,-3 53 0 0 0,-3 52 0 0 0,-6 33 0 0 0,-4 21 0 0 0,-3 2 0 0 0,-2 0 0 0 0,-1-21 0 0 0,-1-37 0 0 0,0-38 0 0 0,7-38 0 0 0,3-48 0 0 0,-1-42 0 0 0,-1-48 0 0 0,-2-56 0 0 0,-2-51 0 0 0,-1-46 0 0 0,-1-16 0 0 0,6-5 0 0 0,2 31 0 0 0,0 43 0 0 0,5 48 0 0 0,0 57 0 0 0,5 59 0 0 0,-1 35 0 0 0,4 61 0 0 0,4 42 0 0 0,6 37 0 0 0,4 25 0 0 0,3 13 0 0 0,-5-18 0 0 0,-8-13 0 0 0,-9-33 0 0 0,-7-34 0 0 0,2-45 0 0 0,-2-43 0 0 0,-1-33 0 0 0,3-38 0 0 0,1-20 0 0 0,-2-20 0 0 0,-3-4 0 0 0,-3 5 0 0 0,-3 8 0 0 0,0 10 0 0 0,-9 14 0 0 0,-17 16 0 0 0,-4 20 0 0 0,-5 11 0 0 0,-4 6 0 0 0,-2 1 0 0 0,-2 0 0 0 0,-8-16 0 0 0,-9-28 0 0 0,-3-28 0 0 0,2-18 0 0 0,5-17 0 0 0,11 3 0 0 0,13 24 0 0 0,11 38 0 0 0,2 32 0 0 0,-3 31 0 0 0,-5-11 0 0 0,-13-23 0 0 0,1-24 0 0 0,-8-22 0 0 0,-4-23 0 0 0,1-13 0 0 0,0 1 0 0 0,9 1 0 0 0,3 8 0 0 0,2 10 0 0 0,6 10 0 0 0,8 6 0 0 0,7 6 0 0 0,-1-4 0 0 0,2 0 0 0 0,3 0 0 0 0,-4-5 0 0 0,0 0 0 0 0,2-6 0 0 0,3-6 0 0 0,3-6 0 0 0,3 2 0 0 0,1 6 0 0 0,0 6 0 0 0,2 7 0 0 0,-1 5 0 0 0,1 2 0 0 0,-1 24 0 0 0,1 22 0 0 0,-1 24 0 0 0,0 23 0 0 0,0 24 0 0 0,0 20 0 0 0,0 16 0 0 0,0 3 0 0 0,0-3 0 0 0,0 2 0 0 0,0-12 0 0 0,0-16 0 0 0,-7-21 0 0 0,-9-22 0 0 0,-10-17 0 0 0,-6-13 0 0 0,-6-8 0 0 0,4 3 0 0 0,1 0 0 0 0,-2 7 0 0 0,-1 1 0 0 0,-2-2 0 0 0,-1-17 0 0 0,-2-14 0 0 0,0-11 0 0 0,0-7 0 0 0,6-4 0 0 0,9-10 0 0 0,3 5 0 0 0,4-4 0 0 0,7 0 0 0 0,4 1 0 0 0,4-5 0 0 0,9-7 0 0 0,12-7 0 0 0,9 1 0 0 0,1-3 0 0 0,2-2 0 0 0,4 11 0 0 0,-4 8 0 0 0,0 15 0 0 0,-5 5 0 0 0,1 3 0 0 0,-4-1 0 0 0,-6-3 0 0 0,-5-1 0 0 0,-4-3 0 0 0,-4 0 0 0 0,-1 19 0 0 0,-2 28 0 0 0,0 26 0 0 0,0 22 0 0 0,0 15 0 0 0,0 10 0 0 0,1 5 0 0 0,-1-5 0 0 0,1-2 0 0 0,0-7 0 0 0,0-2 0 0 0,7-6 0 0 0,10 0 0 0 0,1 4 0 0 0,6-3 0 0 0,4 1 0 0 0,-1-24 0 0 0,-6-33 0 0 0,-6-33 0 0 0,-13-26 0 0 0,-14-19 0 0 0,-12-18 0 0 0,-1-3 0 0 0,-5 9 0 0 0,-3 9 0 0 0,3 11 0 0 0,1 2 0 0 0,-3-11 0 0 0,5-1 0 0 0,6 6 0 0 0,0-1 0 0 0,-3 4 0 0 0,-5 12 0 0 0,-12 15 0 0 0,-12 13 0 0 0,-5 4 0 0 0,0 4 0 0 0,4 5 0 0 0,3 4 0 0 0,4-4 0 0 0,2-1 0 0 0,2 1 0 0 0,2 3 0 0 0,0 2 0 0 0,0 2 0 0 0,0 0 0 0 0,0 2 0 0 0,0 0 0 0 0,0 8 0 0 0,0 9 0 0 0,-1 1 0 0 0,1-1 0 0 0,-1 2 0 0 0,8 6 0 0 0,2-1 0 0 0,6 1 0 0 0,1-2 0 0 0,-2 1 0 0 0,3 3 0 0 0,-2-2 0 0 0,-2-5 0 0 0,-5 0 0 0 0,-3 4 0 0 0,-3-1 0 0 0,-1-6 0 0 0,-2 2 0 0 0,0-2 0 0 0,0-5 0 0 0,0-3 0 0 0,0-11 0 0 0,7-12 0 0 0,10-11 0 0 0,1-8 0 0 0,6-5 0 0 0,5-4 0 0 0,-9-44 0 0 0,-7-7 0 0 0,0 5 0 0 0,-1 18 0 0 0,4 13 0 0 0,6 9 0 0 0,7 7 0 0 0,-8-5 0 0 0,-8-8 0 0 0,-6-3 0 0 0,-5 3 0 0 0,6 2 0 0 0,0 10 0 0 0,0 13 0 0 0,-2 11 0 0 0,-1 8 0 0 0,-3 7 0 0 0,0 3 0 0 0,-1 1 0 0 0,-1 2 0 0 0,1-1 0 0 0,-8 0 0 0 0,-2-1 0 0 0,0 0 0 0 0,2-1 0 0 0,2 1 0 0 0,2-1 0 0 0,2-1 0 0 0,1 1 0 0 0,1 0 0 0 0,-1 0 0 0 0,22 0 0 0 0,29 0 0 0 0,33 0 0 0 0,31 0 0 0 0,31 0 0 0 0,19 0 0 0 0,-4 0 0 0 0,-15 0 0 0 0,-19 0 0 0 0,-16 0 0 0 0,-34 0 0 0 0,-38 0 0 0 0,-31 0 0 0 0,-46-7 0 0 0,-31-9 0 0 0,-24-10 0 0 0,-17 1 0 0 0,-12-4 0 0 0,9-3 0 0 0,23 4 0 0 0,27 6 0 0 0,24 8 0 0 0,19 5 0 0 0,20-2 0 0 0,18-7 0 0 0,12-7 0 0 0,8-14 0 0 0,5-13 0 0 0,10-21 0 0 0,16-3 0 0 0,26-11 0 0 0,31-5 0 0 0,37 0 0 0 0,47 1 0 0 0,24 9 0 0 0,0 11 0 0 0,-19 18 0 0 0,-31 18 0 0 0,-33 15 0 0 0,-50 11 0 0 0,-47 6 0 0 0,-42 12 0 0 0,-43 11 0 0 0,-44 9 0 0 0,-45-1 0 0 0,-30-4 0 0 0,-32-7 0 0 0,-20-6 0 0 0,3-5 0 0 0,28-4 0 0 0,37-1 0 0 0,55-2 0 0 0,84 0 0 0 0,103-8 0 0 0,99-1 0 0 0,104 0 0 0 0,100 3 0 0 0,70 1 0 0 0,25 3 0 0 0,-24 8 0 0 0,-80 11 0 0 0,-94 2 0 0 0,-100 6 0 0 0,-105-2 0 0 0,-135-4 0 0 0,-146-6 0 0 0,-148-4 0 0 0,-217-32 0 0 0,-135-33 0 0 0,-52-22 0 0 0,29-10 0 0 0,97-5 0 0 0,145 7 0 0 0,150 18 0 0 0,143 20 0 0 0,127 13 0 0 0,113 11 0 0 0,121 11 0 0 0,98 7 0 0 0,71 5 0 0 0,43 3 0 0 0,24 1 0 0 0,-27 0 0 0 0,-53 0 0 0 0,-94 7 0 0 0,-90 1 0 0 0,-94 7 0 0 0,-75 0 0 0 0,-42-3 0 0 0,-29 3 0 0 0,12 0 0 0 0,45-5 0 0 0,54 4 0 0 0,34 6 0 0 0,20-1 0 0 0,-7-4 0 0 0,-52-4 0 0 0,-103-6 0 0 0,-123-3 0 0 0,-150-2 0 0 0,-213-16 0 0 0,-146-12 0 0 0,-32-17 0 0 0,81-7 0 0 0,138-2 0 0 0,191 7 0 0 0,215 11 0 0 0,203 12 0 0 0,178 10 0 0 0,156 6 0 0 0,103 5 0 0 0,61 2 0 0 0,-7 1 0 0 0,-75 1 0 0 0,-109-1 0 0 0,-109-1 0 0 0,-90 0 0 0 0,-79 7 0 0 0,-61 8 0 0 0,-54 10 0 0 0,-50 6 0 0 0,-25 6 0 0 0,-8 3 0 0 0,9-6 0 0 0,8-8 0 0 0,1-2 0 0 0,10-5 0 0 0,12-6 0 0 0,13-6 0 0 0,4-3 0 0 0,-25-4 0 0 0,-39-1 0 0 0,-27-1 0 0 0,-16 7 0 0 0,6 2 0 0 0,24 7 0 0 0,27 1 0 0 0,41-2 0 0 0,38-4 0 0 0,31-3 0 0 0,24-3 0 0 0,14-2 0 0 0,8-2 0 0 0,3 0 0 0 0,-14-1 0 0 0,-20 0 0 0 0,-26 1 0 0 0,-33-1 0 0 0,-37 1 0 0 0,-26 0 0 0 0,-9 0 0 0 0,37 0 0 0 0,66 0 0 0 0,93 0 0 0 0,102 0 0 0 0,99 0 0 0 0,58 0 0 0 0,-1 0 0 0 0,-51 0 0 0 0,-67 0 0 0 0,-63 0 0 0 0,-66 7 0 0 0,-63 9 0 0 0,-50 10 0 0 0,-35-1 0 0 0,-15-3 0 0 0,-10 0 0 0 0,3 5 0 0 0,0-3 0 0 0,6-6 0 0 0,9-5 0 0 0,-6 2 0 0 0,-12 5 0 0 0,-6 7 0 0 0,-3-2 0 0 0,-13-5 0 0 0,-4 2 0 0 0,9-4 0 0 0,2 3 0 0 0,1-3 0 0 0,-2 3 0 0 0,0-2 0 0 0,10-4 0 0 0,6 2 0 0 0,9-2 0 0 0,11 4 0 0 0,23-1 0 0 0,25-4 0 0 0,28-5 0 0 0,41-10 0 0 0,25-5 0 0 0,34-2 0 0 0,47 0 0 0 0,53 3 0 0 0,46 1 0 0 0,15 1 0 0 0,-19 2 0 0 0,-39 0 0 0 0,-49 2 0 0 0,-60-8 0 0 0,-62-2 0 0 0,-75-7 0 0 0,-75 0 0 0 0,-68 2 0 0 0,-62 3 0 0 0,-48 5 0 0 0,-18 2 0 0 0,7 2 0 0 0,39 2 0 0 0,55 0 0 0 0,69 1 0 0 0,64 0 0 0 0,57-1 0 0 0,43 1 0 0 0,25-1 0 0 0,8 0 0 0 0,-7 7 0 0 0,-21 10 0 0 0,-24 8 0 0 0,-22 1 0 0 0,-16-5 0 0 0,-12-6 0 0 0,-13-5 0 0 0,-14-4 0 0 0,-2-4 0 0 0,-13 6 0 0 0,1 7 0 0 0,6 3 0 0 0,8-3 0 0 0,7-4 0 0 0,6-3 0 0 0,18-4 0 0 0,29-2 0 0 0,22-1 0 0 0,14-1 0 0 0,9-1 0 0 0,3 0 0 0 0,2 1 0 0 0,0-1 0 0 0,5 1 0 0 0,1-1 0 0 0,-2 8 0 0 0,5 10 0 0 0,-1 1 0 0 0,-2-2 0 0 0,-4-3 0 0 0,-3-5 0 0 0,-2-3 0 0 0,-3-3 0 0 0,0-1 0 0 0,-8 6 0 0 0,-24 9 0 0 0,-20 1 0 0 0,-23 6 0 0 0,-27 5 0 0 0,-17-2 0 0 0,-39 2 0 0 0,-12-4 0 0 0,-7-6 0 0 0,6-6 0 0 0,11-5 0 0 0,11 3 0 0 0,17 0 0 0 0,31-2 0 0 0,39-2 0 0 0,30-2 0 0 0,35-9 0 0 0,31-10 0 0 0,30-10 0 0 0,26-1 0 0 0,19-3 0 0 0,18-3 0 0 0,24-4 0 0 0,27 4 0 0 0,48 9 0 0 0,20 7 0 0 0,11 6 0 0 0,11 6 0 0 0,-19 3 0 0 0,-38 1 0 0 0,-55 1 0 0 0,-54 1 0 0 0,-44-1 0 0 0,-47 0 0 0 0,-39 0 0 0 0,-29 0 0 0 0,-19-1 0 0 0,-11 0 0 0 0,-11 0 0 0 0,-4 0 0 0 0,-6 0 0 0 0,-12-7 0 0 0,-8-10 0 0 0,-10-1 0 0 0,-10 2 0 0 0,-8-4 0 0 0,2-5 0 0 0,4-5 0 0 0,15 2 0 0 0,2 6 0 0 0,-5 0 0 0 0,6 3 0 0 0,5-2 0 0 0,10 3 0 0 0,18-3 0 0 0,53-12 0 0 0,91-21 0 0 0,123-23 0 0 0,145-27 0 0 0,147-23 0 0 0,136-19 0 0 0,121-5 0 0 0,74 8 0 0 0,14 22 0 0 0,-51 31 0 0 0,-106 31 0 0 0,-147 26 0 0 0,-154 18 0 0 0,-134 12 0 0 0,-119 13 0 0 0,-96 13 0 0 0,-76 8 0 0 0,-81 14 0 0 0,-78 13 0 0 0,-83 18 0 0 0,-99 11 0 0 0,-114 10 0 0 0,-93-3 0 0 0,-67-11 0 0 0,-7-19 0 0 0,37-21 0 0 0,68-18 0 0 0,93-12 0 0 0,82-3 0 0 0,84 6 0 0 0,85-2 0 0 0,71 5 0 0 0,66 0 0 0 0,81-5 0 0 0,102-4 0 0 0,116-3 0 0 0,134-4 0 0 0,160-2 0 0 0,167-1 0 0 0,187 35 0 0 0,113 39 0 0 0,-27 22 0 0 0,-127 1 0 0 0,-198-16 0 0 0,-201-14 0 0 0,-173-12 0 0 0,-147-8 0 0 0,-113-5 0 0 0,-92-3 0 0 0,-81-7 0 0 0,-74-10 0 0 0,-80-9 0 0 0,-70-6 0 0 0,-46-4 0 0 0,-10-3 0 0 0,14-1 0 0 0,54-1 0 0 0,70 0 0 0 0,82 1 0 0 0,65 0 0 0 0,55 0 0 0 0,32 1 0 0 0,14-7 0 0 0,-1-3 0 0 0,-19-6 0 0 0,-30-7 0 0 0,-17-8 0 0 0,1-4 0 0 0,15 2 0 0 0,20 8 0 0 0,5 15 0 0 0,-3 16 0 0 0,-20 7 0 0 0,-41 2 0 0 0,-79-3 0 0 0,-90-2 0 0 0,-83-4 0 0 0,-50-2 0 0 0,18-2 0 0 0,63-2 0 0 0,80 0 0 0 0,98 0 0 0 0,97-1 0 0 0,94-14 0 0 0,83-18 0 0 0,78-18 0 0 0,91-14 0 0 0,88-11 0 0 0,65-6 0 0 0,49-10 0 0 0,27-4 0 0 0,-11 7 0 0 0,-41 13 0 0 0,-80 11 0 0 0,-104 17 0 0 0,-120 23 0 0 0,-117 24 0 0 0,-107 19 0 0 0,-71 6 0 0 0,-69-1 0 0 0,-63-5 0 0 0,-35-4 0 0 0,-17-6 0 0 0,19-3 0 0 0,39-4 0 0 0,64 0 0 0 0,66-2 0 0 0,54 0 0 0 0,56 0 0 0 0,52 0 0 0 0,70 0 0 0 0,96 1 0 0 0,106 0 0 0 0,86 0 0 0 0,83 0 0 0 0,39 0 0 0 0,-3 0 0 0 0,-54 0 0 0 0,-75 0 0 0 0,-88 0 0 0 0,-79 0 0 0 0,-68 7 0 0 0,-67 9 0 0 0,-52 17 0 0 0,-59 16 0 0 0,-66 14 0 0 0,-79 18 0 0 0,-66 1 0 0 0,-33-5 0 0 0,-12-16 0 0 0,22-19 0 0 0,50-16 0 0 0,63-12 0 0 0,56-10 0 0 0,68-11 0 0 0,73-5 0 0 0,80-15 0 0 0,90-23 0 0 0,85-25 0 0 0,86-14 0 0 0,40-5 0 0 0,5 5 0 0 0,-56 19 0 0 0,-70 21 0 0 0,-93 18 0 0 0,-104 22 0 0 0,-111 20 0 0 0,-90 7 0 0 0,-93 2 0 0 0,-69-4 0 0 0,-35-4 0 0 0,13-4 0 0 0,53-3 0 0 0,66-3 0 0 0,74-2 0 0 0,102 0 0 0 0,118-1 0 0 0,136 0 0 0 0,121 1 0 0 0,100-1 0 0 0,80 1 0 0 0,13-1 0 0 0,-56 1 0 0 0,-90 0 0 0 0,-106 0 0 0 0,-100 7 0 0 0,-91 10 0 0 0,-97 15 0 0 0,-105 24 0 0 0,-105 24 0 0 0,-95 12 0 0 0,-81 12 0 0 0,-44-6 0 0 0,-21-11 0 0 0,31-21 0 0 0,66-21 0 0 0,78-19 0 0 0,94-14 0 0 0,91-9 0 0 0,82-11 0 0 0,85-12 0 0 0,72-10 0 0 0,38-7 0 0 0,9 4 0 0 0,-22 6 0 0 0,-33 9 0 0 0,-48 7 0 0 0,-75 12 0 0 0,-97 21 0 0 0,-120 13 0 0 0,-89 0 0 0 0,-102-5 0 0 0,-83-8 0 0 0,-60-7 0 0 0,-3-7 0 0 0,54-5 0 0 0,88-2 0 0 0,104-2 0 0 0,116 0 0 0 0,122-1 0 0 0,119-6 0 0 0,106-10 0 0 0,71-8 0 0 0,45 0 0 0 0,15 5 0 0 0,-9 5 0 0 0,-26 6 0 0 0,-45 5 0 0 0,-46 3 0 0 0,-46 1 0 0 0,-40 2 0 0 0,-27 0 0 0 0,-11 0 0 0 0,0 0 0 0 0,11 7 0 0 0,17 9 0 0 0,7 1 0 0 0,4 6 0 0 0,-15 5 0 0 0,-34-3 0 0 0,-46-5 0 0 0,-44-6 0 0 0,-35-6 0 0 0,-25-5 0 0 0,-9-2 0 0 0,2-2 0 0 0,12-1 0 0 0,16 0 0 0 0,17 0 0 0 0,4 7 0 0 0,7 9 0 0 0,27 3 0 0 0,33-2 0 0 0,44-3 0 0 0,70-5 0 0 0,72-3 0 0 0,75-3 0 0 0,48-1 0 0 0,14-1 0 0 0,-28-1 0 0 0,-50 0 0 0 0,-60 1 0 0 0,-69-1 0 0 0,-69 1 0 0 0,-65 0 0 0 0,-64-1 0 0 0,-75 1 0 0 0,-83 0 0 0 0,-78 0 0 0 0,-63 0 0 0 0,-31 0 0 0 0,-2 1 0 0 0,33-1 0 0 0,46 0 0 0 0,72 0 0 0 0,73 0 0 0 0,90 0 0 0 0,110 0 0 0 0,89 0 0 0 0,62 0 0 0 0,60 0 0 0 0,69 0 0 0 0,62 0 0 0 0,42 0 0 0 0,24 0 0 0 0,-4 0 0 0 0,-29 0 0 0 0,-40 0 0 0 0,-57 0 0 0 0,-63 0 0 0 0,-65 0 0 0 0,-52 0 0 0 0,-66 0 0 0 0,-55 0 0 0 0,-62 7 0 0 0,-59 9 0 0 0,-66 16 0 0 0,-54 10 0 0 0,-56-2 0 0 0,-39-8 0 0 0,-17-10 0 0 0,17-8 0 0 0,48-7 0 0 0,59-4 0 0 0,63-3 0 0 0,70-1 0 0 0,87-1 0 0 0,103 0 0 0 0,109 1 0 0 0,98 0 0 0 0,85 0 0 0 0,63 1 0 0 0,20 0 0 0 0,-11 0 0 0 0,-61 0 0 0 0,-89 0 0 0 0,-88 0 0 0 0,-72 0 0 0 0,-68 7 0 0 0,-66 10 0 0 0,-55 8 0 0 0,-47 8 0 0 0,-50 4 0 0 0,-34 4 0 0 0,-8 2 0 0 0,1 0 0 0 0,24-7 0 0 0,28-9 0 0 0,28-3 0 0 0,27-5 0 0 0,20-6 0 0 0,7-5 0 0 0,5-4 0 0 0,-17-2 0 0 0,-54-2 0 0 0,-90-1 0 0 0,-102-1 0 0 0,-61 1 0 0 0,-23 1 0 0 0,21-1 0 0 0,66 1 0 0 0,80-1 0 0 0,93 1 0 0 0,76 0 0 0 0,64 0 0 0 0,58 0 0 0 0,69 1 0 0 0,69-1 0 0 0,64 0 0 0 0,64 0 0 0 0,41 0 0 0 0,14 0 0 0 0,-8 0 0 0 0,-48 0 0 0 0,-70 0 0 0 0,-74 0 0 0 0,-59 0 0 0 0,-58 0 0 0 0,-55 7 0 0 0,-35 2 0 0 0,-21 0 0 0 0,-9-2 0 0 0,-3-2 0 0 0,1 6 0 0 0,4 0 0 0 0,4-2 0 0 0,2-1 0 0 0,4-4 0 0 0,0-1 0 0 0,2-2 0 0 0,0 7 0 0 0,0 1 0 0 0,0 0 0 0 0,0-3 0 0 0,0-1 0 0 0,0-2 0 0 0,0-2 0 0 0,-1 0 0 0 0,15-1 0 0 0,18 0 0 0 0,18-1 0 0 0,15 1 0 0 0,17-1 0 0 0,9 1 0 0 0,9 0 0 0 0,3 0 0 0 0,-3 0 0 0 0,-4 0 0 0 0,-4 0 0 0 0,-4 0 0 0 0,-3 0 0 0 0,-2 0 0 0 0,-1 0 0 0 0,7 0 0 0 0,2 0 0 0 0,-1 0 0 0 0,0 0 0 0 0,-3 0 0 0 0,-2 0 0 0 0,-1 0 0 0 0,7 0 0 0 0,15 0 0 0 0,18 0 0 0 0,23 0 0 0 0,15 0 0 0 0,8 0 0 0 0,-4 0 0 0 0,-17 0 0 0 0,-18 0 0 0 0,-19 7 0 0 0,-20 10 0 0 0,-27 8 0 0 0,-24 8 0 0 0,-26 4 0 0 0,-23-3 0 0 0,-10-1 0 0 0,-3-5 0 0 0,3-9 0 0 0,5-6 0 0 0,3-6 0 0 0,4-5 0 0 0,-4-1 0 0 0,-14-2 0 0 0,-11-1 0 0 0,-14 1 0 0 0,-5-7 0 0 0,7-3 0 0 0,10 2 0 0 0,19-6 0 0 0,20-6 0 0 0,9-8 0 0 0,10 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20239 4961 16383 0 0,'-7'0'0'0'0,"-16"-7"0"0"0,-12-9 0 0 0,-13-3 0 0 0,-21-4 0 0 0,-19-6 0 0 0,-16-4 0 0 0,3-5 0 0 0,33 5 0 0 0,34 8 0 0 0,31 8 0 0 0,22 7 0 0 0,16 5 0 0 0,8 4 0 0 0,5 1 0 0 0,7 2 0 0 0,2 0 0 0 0,-2-1 0 0 0,-3 0 0 0 0,-3 0 0 0 0,-3-1 0 0 0,-3 0 0 0 0,7 8 0 0 0,0 1 0 0 0,7 0 0 0 0,1-2 0 0 0,-4 5 0 0 0,5 1 0 0 0,-2-3 0 0 0,-2-2 0 0 0,-12 4 0 0 0,-20 8 0 0 0,-20-1 0 0 0,-12 5 0 0 0,-10 4 0 0 0,-17 5 0 0 0,-2 4 0 0 0,-1 3 0 0 0,5 1 0 0 0,2-6 0 0 0,-1 6 0 0 0,5-6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19848 5158 16383 0 0,'0'-14'0'0'0,"-7"-19"0"0"0,-3-11 0 0 0,1-5 0 0 0,-5-1 0 0 0,0 1 0 0 0,2 1 0 0 0,3 3 0 0 0,3 1 0 0 0,3 1 0 0 0,8 8 0 0 0,18 10 0 0 0,34 9 0 0 0,55 8 0 0 0,52 4 0 0 0,26 4 0 0 0,9 1 0 0 0,6 1 0 0 0,-11 0 0 0 0,-17 0 0 0 0,-31-1 0 0 0,-34 0 0 0 0,-29-1 0 0 0,-28 7 0 0 0,-24 17 0 0 0,-24 17 0 0 0,-13 10 0 0 0,-6 3 0 0 0,-1-1 0 0 0,2-9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22121 5267 16383 0 0,'0'7'0'0'0,"0"9"0"0"0,0 17 0 0 0,0 9 0 0 0,0 11 0 0 0,0 5 0 0 0,0-1 0 0 0,0-4 0 0 0,7-3 0 0 0,10-10 0 0 0,8-12 0 0 0,1-18 0 0 0,9-17 0 0 0,13-22 0 0 0,13-14 0 0 0,10-12 0 0 0,14-5 0 0 0,-8-6 0 0 0,-9 1 0 0 0,-10 5 0 0 0,-21 12 0 0 0,-24 15 0 0 0,-22 26 0 0 0,-9 30 0 0 0,-15 23 0 0 0,-3 20 0 0 0,-9 4 0 0 0,-3 6 0 0 0,-2-4 0 0 0,1 0 0 0 0,3-5 0 0 0,1-7 0 0 0,1-14 0 0 0,8-21 0 0 0,11-30 0 0 0,9-20 0 0 0,8-21 0 0 0,4-9 0 0 0,4-2 0 0 0,8 1 0 0 0,4 17 0 0 0,-2 30 0 0 0,-1 23 0 0 0,-10 23 0 0 0,-18 20 0 0 0,-14 21 0 0 0,-15 12 0 0 0,-6 4 0 0 0,-8 0 0 0 0,-1 6 0 0 0,3 0 0 0 0,5-10 0 0 0,12-14 0 0 0,13-12 0 0 0,5-17 0 0 0,6-24 0 0 0,7-37 0 0 0,5-37 0 0 0,4-38 0 0 0,3-32 0 0 0,0-17 0 0 0,2-13 0 0 0,6 5 0 0 0,2 13 0 0 0,0 22 0 0 0,-2 38 0 0 0,-3 37 0 0 0,-1 47 0 0 0,-3 35 0 0 0,0 38 0 0 0,-1 12 0 0 0,0-4 0 0 0,-1-2 0 0 0,-6-4 0 0 0,-10-15 0 0 0,-2-28 0 0 0,3-35 0 0 0,-3-39 0 0 0,1-23 0 0 0,-3-1 0 0 0,2-6 0 0 0,-3 8 0 0 0,-4 27 0 0 0,-6 17 0 0 0,4 18 0 0 0,5 15 0 0 0,8 9 0 0 0,-1-7 0 0 0,-5-15 0 0 0,1-17 0 0 0,-3-29 0 0 0,2-14 0 0 0,-2 0 0 0 0,3 22 0 0 0,4 24 0 0 0,6 19 0 0 0,-3 21 0 0 0,0 11 0 0 0,4 4 0 0 0,-5-6 0 0 0,-7-18 0 0 0,0-21 0 0 0,-3-26 0 0 0,3-17 0 0 0,4-16 0 0 0,5-13 0 0 0,-2-10 0 0 0,2 0 0 0 0,1 21 0 0 0,4 26 0 0 0,3 25 0 0 0,2 21 0 0 0,1 13 0 0 0,1 16 0 0 0,1 21 0 0 0,0 14 0 0 0,-1 6 0 0 0,1-5 0 0 0,-1-9 0 0 0,0-3 0 0 0,0-6 0 0 0,0-8 0 0 0,0-6 0 0 0,-7-5 0 0 0,-2-24 0 0 0,0-23 0 0 0,9-26 0 0 0,11-14 0 0 0,11-16 0 0 0,9 3 0 0 0,13-4 0 0 0,6 8 0 0 0,9 6 0 0 0,9 2 0 0 0,-1 3 0 0 0,3 7 0 0 0,3 2 0 0 0,-3-1 0 0 0,-7 5 0 0 0,-7 6 0 0 0,-6 8 0 0 0,-4 5 0 0 0,3 4 0 0 0,2 2 0 0 0,-2 2 0 0 0,-9 14 0 0 0,-18 19 0 0 0,-20 18 0 0 0,-10 14 0 0 0,-19 10 0 0 0,-10 7 0 0 0,-14 2 0 0 0,-6-5 0 0 0,1-3 0 0 0,2-14 0 0 0,4-4 0 0 0,17-12 0 0 0,21-21 0 0 0,20-14 0 0 0,22-11 0 0 0,21-11 0 0 0,15-11 0 0 0,4-3 0 0 0,-3-4 0 0 0,-6-4 0 0 0,-6 4 0 0 0,2 5 0 0 0,4 1 0 0 0,7-4 0 0 0,-1 4 0 0 0,2 4 0 0 0,3-1 0 0 0,-3 2 0 0 0,-21 5 0 0 0,-25 4 0 0 0,-24 3 0 0 0,-26 3 0 0 0,-15 1 0 0 0,-7 1 0 0 0,-11 1 0 0 0,-1 0 0 0 0,3 0 0 0 0,-3-1 0 0 0,-6 1 0 0 0,-12-1 0 0 0,-7 0 0 0 0,-3 0 0 0 0,7 0 0 0 0,10 0 0 0 0,10 0 0 0 0,9 0 0 0 0,6 0 0 0 0,4 0 0 0 0,3 0 0 0 0,0 0 0 0 0,1 0 0 0 0,-1 0 0 0 0,0 0 0 0 0,-1 0 0 0 0,0 0 0 0 0,14 0 0 0 0,18 0 0 0 0,19-7 0 0 0,13-3 0 0 0,11 1 0 0 0,7 2 0 0 0,-5-5 0 0 0,0-1 0 0 0,7 3 0 0 0,11-5 0 0 0,3-7 0 0 0,-1 1 0 0 0,4 3 0 0 0,6 6 0 0 0,5 4 0 0 0,-1 3 0 0 0,-6 4 0 0 0,0 0 0 0 0,-4 2 0 0 0,-4 0 0 0 0,-6 0 0 0 0,-3 0 0 0 0,-4-1 0 0 0,-8 8 0 0 0,-25 8 0 0 0,-20 3 0 0 0,-17 11 0 0 0,-10 1 0 0 0,-13 9 0 0 0,-12 6 0 0 0,-2-7 0 0 0,2-8 0 0 0,4-11 0 0 0,6-7 0 0 0,5-8 0 0 0,2 4 0 0 0,3 0 0 0 0,0-2 0 0 0,2 5 0 0 0,-1 1 0 0 0,1-2 0 0 0,-1 4 0 0 0,0 0 0 0 0,0-3 0 0 0,-1-4 0 0 0,1-2 0 0 0,-1-4 0 0 0,15 0 0 0 0,18-2 0 0 0,33-1 0 0 0,25 1 0 0 0,26-1 0 0 0,29 0 0 0 0,24 1 0 0 0,27 0 0 0 0,28 0 0 0 0,19 0 0 0 0,10 0 0 0 0,12 0 0 0 0,16 0 0 0 0,4 0 0 0 0,2 7 0 0 0,-20 2 0 0 0,-19 7 0 0 0,-32 8 0 0 0,-37-1 0 0 0,-37-3 0 0 0,-27-6 0 0 0,-27 2 0 0 0,-28 5 0 0 0,-24 0 0 0 0,-26 2 0 0 0,-14-2 0 0 0,-7 2 0 0 0,-9-2 0 0 0,-15 1 0 0 0,-8-2 0 0 0,2-5 0 0 0,2-4 0 0 0,-8-5 0 0 0,5-4 0 0 0,3 6 0 0 0,7 1 0 0 0,2 6 0 0 0,6 1 0 0 0,7-3 0 0 0,7-3 0 0 0,4-4 0 0 0,4-2 0 0 0,1-2 0 0 0,2-2 0 0 0,-7 0 0 0 0,-3-1 0 0 0,1 0 0 0 0,1 1 0 0 0,1-1 0 0 0,3 1 0 0 0,1 0 0 0 0,1 0 0 0 0,0 0 0 0 0,1 0 0 0 0,0 0 0 0 0,-8 0 0 0 0,-1 0 0 0 0,21-7 0 0 0,22-3 0 0 0,21-6 0 0 0,20-7 0 0 0,20-1 0 0 0,15-2 0 0 0,16-5 0 0 0,1 4 0 0 0,-7-1 0 0 0,-24 11 0 0 0,-29 16 0 0 0,-25 8 0 0 0,-20 10 0 0 0,-14 2 0 0 0,-16 4 0 0 0,-6 14 0 0 0,-1-1 0 0 0,2 1 0 0 0,3-5 0 0 0,11-2 0 0 0,4-6 0 0 0,2-6 0 0 0,-1-7 0 0 0,6-13 0 0 0,1-12 0 0 0,4-18 0 0 0,8-11 0 0 0,5-5 0 0 0,20-2 0 0 0,21-5 0 0 0,28-9 0 0 0,24-7 0 0 0,13 2 0 0 0,12 12 0 0 0,8 8 0 0 0,-1 14 0 0 0,1 12 0 0 0,9 10 0 0 0,13 7 0 0 0,10 5 0 0 0,1 2 0 0 0,-9 2 0 0 0,-30 6 0 0 0,-18 10 0 0 0,-18 8 0 0 0,-21 6 0 0 0,-20 13 0 0 0,-15 4 0 0 0,-11 9 0 0 0,-5 8 0 0 0,-4 7 0 0 0,-2 4 0 0 0,2 4 0 0 0,-8-5 0 0 0,0-2 0 0 0,-7-13 0 0 0,-6-4 0 0 0,-7-4 0 0 0,-5-11 0 0 0,-3-14 0 0 0,-10-11 0 0 0,-10-8 0 0 0,-23-7 0 0 0,-33-10 0 0 0,-40-19 0 0 0,-35-25 0 0 0,-28-26 0 0 0,-19-21 0 0 0,2-7 0 0 0,13-8 0 0 0,23-5 0 0 0,25 3 0 0 0,34 14 0 0 0,27 10 0 0 0,18 13 0 0 0,26 14 0 0 0,18 10 0 0 0,17 7 0 0 0,14 4 0 0 0,11 3 0 0 0,7 2 0 0 0,3-1 0 0 0,10 6 0 0 0,9 17 0 0 0,15 10 0 0 0,9 14 0 0 0,4 12 0 0 0,1 3 0 0 0,-7 4 0 0 0,2-1 0 0 0,1 7 0 0 0,8 7 0 0 0,15 2 0 0 0,3 2 0 0 0,-3 0 0 0 0,-6 0 0 0 0,-7 0 0 0 0,-12-1 0 0 0,-7-8 0 0 0,-10-3 0 0 0,-1 8 0 0 0,1 11 0 0 0,-3 3 0 0 0,1 8 0 0 0,-3-1 0 0 0,-13-10 0 0 0,-21-21 0 0 0,-30-23 0 0 0,-50-40 0 0 0,-72-50 0 0 0,-58-40 0 0 0,-34-26 0 0 0,-7-10 0 0 0,5 2 0 0 0,46 20 0 0 0,61 26 0 0 0,55 25 0 0 0,44 20 0 0 0,31 15 0 0 0,20 1 0 0 0,10 2 0 0 0,3 3 0 0 0,0 1 0 0 0,-1 2 0 0 0,-4 0 0 0 0,-1 1 0 0 0,-3 0 0 0 0,-1 0 0 0 0,-1-7 0 0 0,-7-3 0 0 0,-3 1 0 0 0,-6 8 0 0 0,-1 5 0 0 0,-5 8 0 0 0,-5 3 0 0 0,-5 5 0 0 0,2-1 0 0 0,-7-4 0 0 0,-5 3 0 0 0,-2-1 0 0 0,0-5 0 0 0,-1 3 0 0 0,1 6 0 0 0,1 7 0 0 0,1 5 0 0 0,0 4 0 0 0,0 3 0 0 0,0 1 0 0 0,-6 1 0 0 0,-10 0 0 0 0,-9 0 0 0 0,0 0 0 0 0,33 0 0 0 0,57-1 0 0 0,60 0 0 0 0,79 0 0 0 0,83 0 0 0 0,42 0 0 0 0,15 0 0 0 0,-23 0 0 0 0,-52 0 0 0 0,-58 0 0 0 0,-57 7 0 0 0,-55 10 0 0 0,-65 8 0 0 0,-59 8 0 0 0,-41-3 0 0 0,-43-5 0 0 0,-52-8 0 0 0,-49-6 0 0 0,-52-6 0 0 0,-9-10 0 0 0,6-18 0 0 0,13-13 0 0 0,28-14 0 0 0,38-6 0 0 0,51 0 0 0 0,49 9 0 0 0,52 13 0 0 0,61 5 0 0 0,75 1 0 0 0,63-3 0 0 0,53-3 0 0 0,24-9 0 0 0,14 2 0 0 0,-22 9 0 0 0,-31 8 0 0 0,-34 10 0 0 0,-26 7 0 0 0,-22 4 0 0 0,-18 3 0 0 0,-12 1 0 0 0,-8 1 0 0 0,-3 0 0 0 0,6-1 0 0 0,-5 7 0 0 0,-9 9 0 0 0,-9 9 0 0 0,-9 7 0 0 0,-12 5 0 0 0,-15-5 0 0 0,-18 8 0 0 0,-25-5 0 0 0,-16-7 0 0 0,-31-2 0 0 0,-20-6 0 0 0,-8-6 0 0 0,10-6 0 0 0,20-4 0 0 0,20-3 0 0 0,24 5 0 0 0,29 8 0 0 0,34 16 0 0 0,30 10 0 0 0,31 19 0 0 0,39 20 0 0 0,45 18 0 0 0,39 21 0 0 0,23 11 0 0 0,-4 4 0 0 0,-22-13 0 0 0,-22-20 0 0 0,-31-20 0 0 0,-52-39 0 0 0,-62-39 0 0 0,-89-50 0 0 0,-97-44 0 0 0,-90-35 0 0 0,-72-25 0 0 0,-50-21 0 0 0,-17-3 0 0 0,23 14 0 0 0,62 35 0 0 0,84 31 0 0 0,87 32 0 0 0,103 27 0 0 0,94 26 0 0 0,100 30 0 0 0,81 24 0 0 0,76 20 0 0 0,71 34 0 0 0,55 29 0 0 0,58 34 0 0 0,22 19 0 0 0,1 14 0 0 0,-32-5 0 0 0,-56-21 0 0 0,-88-31 0 0 0,-95-40 0 0 0,-90-28 0 0 0,-72-13 0 0 0,-51-8 0 0 0,-38-5 0 0 0,-26 10 0 0 0,-9 12 0 0 0,3 7 0 0 0,6 21 0 0 0,2 9 0 0 0,4-7 0 0 0,7 2 0 0 0,6 6 0 0 0,4-1 0 0 0,3 4 0 0 0,1-9 0 0 0,2-15 0 0 0,0-13 0 0 0,1-12 0 0 0,-2-8 0 0 0,1-6 0 0 0,0-31 0 0 0,-1-39 0 0 0,28-29 0 0 0,45-19 0 0 0,73-3 0 0 0,47 10 0 0 0,48 18 0 0 0,31 17 0 0 0,-15 14 0 0 0,-45 11 0 0 0,-45 6 0 0 0,-50 17 0 0 0,-45 15 0 0 0,-35 14 0 0 0,-24 16 0 0 0,-14 17 0 0 0,-6 25 0 0 0,-17 30 0 0 0,-18 13 0 0 0,-10 4 0 0 0,-16 5 0 0 0,-4-11 0 0 0,-4-14 0 0 0,4-23 0 0 0,1-22 0 0 0,4-25 0 0 0,7-16 0 0 0,7-8 0 0 0,5-10 0 0 0,4-10 0 0 0,-5-13 0 0 0,-1-22 0 0 0,-14-29 0 0 0,-9-34 0 0 0,-7-31 0 0 0,4-24 0 0 0,7-11 0 0 0,15 28 0 0 0,17 70 0 0 0,15 99 0 0 0,4 113 0 0 0,-2 85 0 0 0,-11 57 0 0 0,-23 41 0 0 0,-22 11 0 0 0,-13-12 0 0 0,-5-44 0 0 0,6-65 0 0 0,18-65 0 0 0,15-55 0 0 0,22-47 0 0 0,25-41 0 0 0,20-33 0 0 0,16-21 0 0 0,3-7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18343 4544 16383 0 0,'0'7'0'0'0,"-7"10"0"0"0,-10 8 0 0 0,-8 8 0 0 0,-8 4 0 0 0,-5 11 0 0 0,-2-3 0 0 0,-3-2 0 0 0,0-8 0 0 0,-1-4 0 0 0,8-13 0 0 0,10-17 0 0 0,30-24 0 0 0,51-6 0 0 0,71-21 0 0 0,85-15 0 0 0,99-18 0 0 0,88-9 0 0 0,82 4 0 0 0,45 17 0 0 0,24 6 0 0 0,-10 8 0 0 0,-55-1 0 0 0,-95 9 0 0 0,-107 14 0 0 0,-116 11 0 0 0,-107 12 0 0 0,-105 13 0 0 0,-102 15 0 0 0,-83 10 0 0 0,-57 2 0 0 0,-58-4 0 0 0,-41-6 0 0 0,-18-6 0 0 0,-10-6 0 0 0,8-3 0 0 0,24-2 0 0 0,43-2 0 0 0,49 0 0 0 0,55 0 0 0 0,59 0 0 0 0,46 0 0 0 0,38 0 0 0 0,29 1 0 0 0,9 0 0 0 0,9 0 0 0 0,-3 0 0 0 0,-14 7 0 0 0,-11 2 0 0 0,-6 8 0 0 0,3-1 0 0 0,-7 12 0 0 0,-2 9 0 0 0,-2 4 0 0 0,1 2 0 0 0,0 9 0 0 0,9 2 0 0 0,3-1 0 0 0,14-3 0 0 0,25-9 0 0 0,25-12 0 0 0,43-11 0 0 0,59-16 0 0 0,69-14 0 0 0,72-21 0 0 0,67-38 0 0 0,53-30 0 0 0,16-18 0 0 0,-33-3 0 0 0,-60 19 0 0 0,-84 41 0 0 0,-101 67 0 0 0,-103 74 0 0 0,-105 67 0 0 0,-82 64 0 0 0,-70 33 0 0 0,-32 2 0 0 0,15-26 0 0 0,41-43 0 0 0,63-45 0 0 0,56-37 0 0 0,49-42 0 0 0,37-43 0 0 0,27-31 0 0 0,15-33 0 0 0,15-14 0 0 0,4-9 0 0 0,13 1 0 0 0,1 0 0 0 0,9 13 0 0 0,4 10 0 0 0,1 15 0 0 0,6 6 0 0 0,2 9 0 0 0,-2 2 0 0 0,-3 4 0 0 0,3-1 0 0 0,8 2 0 0 0,-1 4 0 0 0,11-3 0 0 0,1 2 0 0 0,-34 2 0 0 0,-59 4 0 0 0,-96 3 0 0 0,-92 10 0 0 0,-89 11 0 0 0,-56 16 0 0 0,-40 18 0 0 0,-9 14 0 0 0,8 3 0 0 0,27-3 0 0 0,56-5 0 0 0,74-12 0 0 0,69-15 0 0 0,72-12 0 0 0,64-10 0 0 0,61-7 0 0 0,38-3 0 0 0,23-2 0 0 0,9-1 0 0 0,-4 7 0 0 0,-12 4 0 0 0,-20 13 0 0 0,-20 33 0 0 0,-25 34 0 0 0,-30 31 0 0 0,-26 30 0 0 0,-29 33 0 0 0,-30 20 0 0 0,-14 4 0 0 0,-1-5 0 0 0,11-29 0 0 0,15-37 0 0 0,30-62 0 0 0,45-87 0 0 0,75-97 0 0 0,89-93 0 0 0,89-82 0 0 0,82-50 0 0 0,55-16 0 0 0,21 16 0 0 0,-30 37 0 0 0,-64 62 0 0 0,-126 149 0 0 0,-122 111 0 0 0,-92 73 0 0 0,-68 33 0 0 0,-32 10 0 0 0,-13-12 0 0 0,-10-7 0 0 0,7-9 0 0 0,15-17 0 0 0,10-17 0 0 0,11-14 0 0 0,12-12 0 0 0,22-6 0 0 0,19-12 0 0 0,11-11 0 0 0,16-16 0 0 0,12-17 0 0 0,11-34 0 0 0,21-38 0 0 0,30-33 0 0 0,22-18 0 0 0,22-7 0 0 0,18 6 0 0 0,20 4 0 0 0,17 5 0 0 0,13 15 0 0 0,87-8 0 0 0,3 23 0 0 0,-55 42 0 0 0,-79 59 0 0 0,-101 56 0 0 0,-115 53 0 0 0,-116 50 0 0 0,-106 25 0 0 0,-73 16 0 0 0,-47-6 0 0 0,4-23 0 0 0,43-34 0 0 0,76-41 0 0 0,86-38 0 0 0,84-44 0 0 0,76-32 0 0 0,66-27 0 0 0,56-22 0 0 0,36-8 0 0 0,19-5 0 0 0,7 3 0 0 0,0 13 0 0 0,-11 10 0 0 0,-13 14 0 0 0,-13 12 0 0 0,-11 10 0 0 0,-8 29 0 0 0,-12 25 0 0 0,-4 27 0 0 0,-9 24 0 0 0,-6 23 0 0 0,-8 29 0 0 0,-11 24 0 0 0,-5 12 0 0 0,-16 11 0 0 0,-10-14 0 0 0,-7-28 0 0 0,-4-34 0 0 0,14-43 0 0 0,25-48 0 0 0,50-56 0 0 0,52-58 0 0 0,52-49 0 0 0,37-36 0 0 0,14-31 0 0 0,3-9 0 0 0,-20 5 0 0 0,-41 23 0 0 0,-37 44 0 0 0,-43 46 0 0 0,-53 54 0 0 0,-64 55 0 0 0,-71 53 0 0 0,-71 45 0 0 0,-50 46 0 0 0,-34 24 0 0 0,-10 3 0 0 0,23-23 0 0 0,43-31 0 0 0,53-38 0 0 0,56-41 0 0 0,83-58 0 0 0,90-62 0 0 0,98-69 0 0 0,94-53 0 0 0,97-51 0 0 0,74-39 0 0 0,65-30 0 0 0,48-24 0 0 0,-2 2 0 0 0,-35 16 0 0 0,-80 40 0 0 0,-97 40 0 0 0,-96 53 0 0 0,-85 51 0 0 0,-66 41 0 0 0,-45 37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19789 4504 16383 0 0,'0'7'0'0'0,"0"9"0"0"0,-7 3 0 0 0,-9-3 0 0 0,-9-4 0 0 0,-8-4 0 0 0,-12-3 0 0 0,-5-9 0 0 0,-9-5 0 0 0,-1-7 0 0 0,3-9 0 0 0,4-6 0 0 0,24 1 0 0 0,33 7 0 0 0,28 6 0 0 0,31 7 0 0 0,32 5 0 0 0,29 3 0 0 0,43 16 0 0 0,48 27 0 0 0,39 27 0 0 0,24 31 0 0 0,-7 6 0 0 0,-20-2 0 0 0,-47-10 0 0 0,-71-22 0 0 0,-81-23 0 0 0,-62-19 0 0 0,-51-15 0 0 0,-36-9 0 0 0,-16-6 0 0 0,-3-3 0 0 0,12-1 0 0 0,65 8 0 0 0,103 18 0 0 0,112 18 0 0 0,123 18 0 0 0,104 27 0 0 0,68 13 0 0 0,24 12 0 0 0,-9 8 0 0 0,-65-2 0 0 0,-98-13 0 0 0,-96-24 0 0 0,-87-18 0 0 0,-67-6 0 0 0,-46 3 0 0 0,-35 13 0 0 0,-23 8 0 0 0,-6-2 0 0 0,-4 1 0 0 0,-2-7 0 0 0,-1-7 0 0 0,0-15 0 0 0,1-23 0 0 0,0-22 0 0 0,8-19 0 0 0,9-13 0 0 0,10-10 0 0 0,7-5 0 0 0,12 13 0 0 0,13 25 0 0 0,4 35 0 0 0,5 33 0 0 0,13 42 0 0 0,6 46 0 0 0,11 39 0 0 0,2 30 0 0 0,-8-1 0 0 0,-12-9 0 0 0,-13-27 0 0 0,-10-36 0 0 0,-8-37 0 0 0,-5-43 0 0 0,-2-41 0 0 0,-1-45 0 0 0,-1-47 0 0 0,8-56 0 0 0,10-34 0 0 0,2-11 0 0 0,6 22 0 0 0,5 36 0 0 0,-1 44 0 0 0,8 61 0 0 0,6 53 0 0 0,-5 46 0 0 0,-8 29 0 0 0,-9 28 0 0 0,-21 31 0 0 0,-33 20 0 0 0,-37 11 0 0 0,-36-10 0 0 0,-19-25 0 0 0,-4-36 0 0 0,0-34 0 0 0,9-30 0 0 0,10-27 0 0 0,10-23 0 0 0,9-16 0 0 0,-9-16 0 0 0,-15-23 0 0 0,-8-42 0 0 0,-12-44 0 0 0,-3-45 0 0 0,7-24 0 0 0,13-17 0 0 0,20 5 0 0 0,26 28 0 0 0,26 29 0 0 0,22 22 0 0 0,14 25 0 0 0,10 20 0 0 0,12 22 0 0 0,5 26 0 0 0,-1 39 0 0 0,-2 58 0 0 0,-11 58 0 0 0,-12 57 0 0 0,-19 45 0 0 0,-25 25 0 0 0,-24 11 0 0 0,-13 1 0 0 0,-5-17 0 0 0,6-38 0 0 0,13-42 0 0 0,12-43 0 0 0,10-44 0 0 0,15-52 0 0 0,14-38 0 0 0,26-27 0 0 0,20-21 0 0 0,21-11 0 0 0,11-8 0 0 0,3 8 0 0 0,0 6 0 0 0,-2 14 0 0 0,-10 6 0 0 0,-5-6 0 0 0,-9-1 0 0 0,-2-2 0 0 0,-5 0 0 0 0,-7-7 0 0 0,-5-2 0 0 0,-12 9 0 0 0,-12 11 0 0 0,-10 11 0 0 0,-9 10 0 0 0,-5 14 0 0 0,-3 6 0 0 0,-2 2 0 0 0,1 0 0 0 0,-1-3 0 0 0,-6-2 0 0 0,-2-2 0 0 0,0-8 0 0 0,3-4 0 0 0,3 0 0 0 0,1 2 0 0 0,2 1 0 0 0,1 2 0 0 0,0 2 0 0 0,22 1 0 0 0,36 1 0 0 0,42 1 0 0 0,41-1 0 0 0,38 0 0 0 0,10 1 0 0 0,-13-1 0 0 0,-29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21523 8312 16383 0 0,'7'0'0'0'0,"9"0"0"0"0,9-7 0 0 0,1-10 0 0 0,9-8 0 0 0,7-15 0 0 0,23-35 0 0 0,16-27 0 0 0,0-16 0 0 0,2-17 0 0 0,-8 0 0 0 0,-15 3 0 0 0,-19 8 0 0 0,-16 6 0 0 0,-12 7 0 0 0,-9 3 0 0 0,-4-3 0 0 0,-3-9 0 0 0,0-14 0 0 0,-1-12 0 0 0,2-9 0 0 0,0 1 0 0 0,1 4 0 0 0,0 22 0 0 0,1 25 0 0 0,0 59 0 0 0,-14 78 0 0 0,-26 84 0 0 0,-27 84 0 0 0,-23 65 0 0 0,-18 44 0 0 0,-19 32 0 0 0,6 7 0 0 0,22-35 0 0 0,22-56 0 0 0,24-66 0 0 0,21-73 0 0 0,15-70 0 0 0,12-65 0 0 0,6-52 0 0 0,2-41 0 0 0,2-25 0 0 0,-1-11 0 0 0,-7-1 0 0 0,-12 9 0 0 0,-1 21 0 0 0,-7 23 0 0 0,2 27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14923 7250 16383 0 0,'0'7'0'0'0,"0"9"0"0"0,0 2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14870 7415 16383 0 0,'-7'0'0'0'0,"-2"7"0"0"0,0 9 0 0 0,2 10 0 0 0,2 6 0 0 0,1 6 0 0 0,3 3 0 0 0,-7 2 0 0 0,-1 0 0 0 0,0 0 0 0 0,2-14 0 0 0,9-19 0 0 0,5-19 0 0 0,0-14 0 0 0,7-11 0 0 0,1-6 0 0 0,-3-4 0 0 0,-2-1 0 0 0,3 0 0 0 0,7 0 0 0 0,0 1 0 0 0,-4 1 0 0 0,-4 1 0 0 0,3 0 0 0 0,-1 15 0 0 0,-3 18 0 0 0,-4 19 0 0 0,-2 13 0 0 0,-3 12 0 0 0,-1 12 0 0 0,-1 6 0 0 0,-1 1 0 0 0,1-1 0 0 0,-1-4 0 0 0,0-2 0 0 0,1-2 0 0 0,0-2 0 0 0,0-1 0 0 0,0-1 0 0 0,0-7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23618 6745 16383 0 0,'7'0'0'0'0,"16"0"0"0"0,19 0 0 0 0,16 8 0 0 0,12 8 0 0 0,9 9 0 0 0,19 8 0 0 0,6 12 0 0 0,8 5 0 0 0,19 9 0 0 0,16 8 0 0 0,4 6 0 0 0,19 6 0 0 0,16-4 0 0 0,-3 0 0 0 0,-11-7 0 0 0,-28-14 0 0 0,-32-16 0 0 0,-41-15 0 0 0,-54-5 0 0 0,-44 3 0 0 0,-32-3 0 0 0,-27 2 0 0 0,-5-1 0 0 0,-3-5 0 0 0,9-4 0 0 0,12-4 0 0 0,10-3 0 0 0,10-2 0 0 0,6-2 0 0 0,4 1 0 0 0,3-1 0 0 0,-6-7 0 0 0,-10-2 0 0 0,5-7 0 0 0,4 0 0 0 0,-4-4 0 0 0,0-6 0 0 0,1 2 0 0 0,2 5 0 0 0,-5 6 0 0 0,0-2 0 0 0,9-4 0 0 0,-3 0 0 0 0,7-4 0 0 0,11-4 0 0 0,16-4 0 0 0,26-4 0 0 0,16 3 0 0 0,26 9 0 0 0,24 7 0 0 0,12 0 0 0 0,-1 3 0 0 0,-10 4 0 0 0,-11 3 0 0 0,-10 4 0 0 0,-8 1 0 0 0,-20 2 0 0 0,-22 0 0 0 0,-20 8 0 0 0,-15 2 0 0 0,-10 0 0 0 0,1 4 0 0 0,6 8 0 0 0,9 7 0 0 0,7 5 0 0 0,6 5 0 0 0,11 2 0 0 0,-2-6 0 0 0,-8-9 0 0 0,-11-8 0 0 0,-9-8 0 0 0,-7-6 0 0 0,-5-2 0 0 0,-4-10 0 0 0,0-3 0 0 0,-2-7 0 0 0,1 0 0 0 0,7-5 0 0 0,2-4 0 0 0,1-6 0 0 0,-1 4 0 0 0,-3-9 0 0 0,-1 4 0 0 0,-9-8 0 0 0,-3-3 0 0 0,-1 6 0 0 0,2 9 0 0 0,2 11 0 0 0,9 0 0 0 0,4 5 0 0 0,-6-4 0 0 0,-4 2 0 0 0,-1 4 0 0 0,0 4 0 0 0,0 3 0 0 0,1 2 0 0 0,2 2 0 0 0,-1 1 0 0 0,1-6 0 0 0,8-10 0 0 0,16-16 0 0 0,11-16 0 0 0,15-8 0 0 0,5-1 0 0 0,0-5 0 0 0,-1-6 0 0 0,4-12 0 0 0,-1-8 0 0 0,-3-2 0 0 0,-4 7 0 0 0,-2 4 0 0 0,-3 7 0 0 0,-2 3 0 0 0,-1 6 0 0 0,0 6 0 0 0,-8-1 0 0 0,-2 2 0 0 0,0-3 0 0 0,-4 8 0 0 0,-1 6 0 0 0,-4 10 0 0 0,-7 5 0 0 0,2-1 0 0 0,-2 6 0 0 0,-12 0 0 0 0,-5 4 0 0 0,-10 5 0 0 0,-3 7 0 0 0,1 3 0 0 0,3 4 0 0 0,3 1 0 0 0,2 2 0 0 0,-3 7 0 0 0,-2 3 0 0 0,1-2 0 0 0,3-1 0 0 0,2-2 0 0 0,2-3 0 0 0,1-1 0 0 0,1-1 0 0 0,-6-1 0 0 0,-2-8 0 0 0,0-1 0 0 0,1-1 0 0 0,3 3 0 0 0,1 1 0 0 0,-12-4 0 0 0,-11-8 0 0 0,0-8 0 0 0,3 0 0 0 0,6 5 0 0 0,21 6 0 0 0,30 5 0 0 0,31 19 0 0 0,32 15 0 0 0,36 17 0 0 0,30 9 0 0 0,23 3 0 0 0,15 6 0 0 0,2 8 0 0 0,-13-8 0 0 0,-17-6 0 0 0,-30-6 0 0 0,-27-11 0 0 0,-10-11 0 0 0,-24-3 0 0 0,-19 2 0 0 0,-20-4 0 0 0,-16-4 0 0 0,-21-6 0 0 0,-18-4 0 0 0,-7-3 0 0 0,0-2 0 0 0,3-8 0 0 0,5-4 0 0 0,4 1 0 0 0,-4-5 0 0 0,0 0 0 0 0,2 2 0 0 0,-4 4 0 0 0,0 3 0 0 0,-5-4 0 0 0,-6-1 0 0 0,1-5 0 0 0,4 0 0 0 0,6-5 0 0 0,5 2 0 0 0,11-3 0 0 0,-2-5 0 0 0,-1 2 0 0 0,0-2 0 0 0,-1-3 0 0 0,1 4 0 0 0,0 5 0 0 0,0 7 0 0 0,0 6 0 0 0,0 4 0 0 0,-6 3 0 0 0,-10 1 0 0 0,-2 2 0 0 0,2-1 0 0 0,5 0 0 0 0,3 0 0 0 0,3 0 0 0 0,4-1 0 0 0,-7 0 0 0 0,0 0 0 0 0,-14 0 0 0 0,-3-7 0 0 0,3-9 0 0 0,-1-3 0 0 0,2-4 0 0 0,6-6 0 0 0,-2 2 0 0 0,2-1 0 0 0,-4-3 0 0 0,3 4 0 0 0,-5-1 0 0 0,-4-10 0 0 0,-13 3 0 0 0,-6-9 0 0 0,-10-2 0 0 0,-3 6 0 0 0,1 2 0 0 0,-3 2 0 0 0,-7-1 0 0 0,-5 6 0 0 0,2 1 0 0 0,13 6 0 0 0,2 0 0 0 0,10 3 0 0 0,-8 0 0 0 0,-3 2 0 0 0,2-2 0 0 0,-5-5 0 0 0,-6-5 0 0 0,-21-4 0 0 0,-17-11 0 0 0,-25-18 0 0 0,-28-12 0 0 0,-22-8 0 0 0,-9-11 0 0 0,-8-3 0 0 0,-6 1 0 0 0,16 10 0 0 0,12 13 0 0 0,14 11 0 0 0,20 10 0 0 0,26 7 0 0 0,32 11 0 0 0,16 12 0 0 0,19 9 0 0 0,17 8 0 0 0,14 4 0 0 0,8 3 0 0 0,7 8 0 0 0,-5 10 0 0 0,-1 8 0 0 0,-7 21 0 0 0,-9 24 0 0 0,-7 20 0 0 0,-6 30 0 0 0,-11 30 0 0 0,-5 17 0 0 0,-1 15 0 0 0,8-2 0 0 0,19-19 0 0 0,20-22 0 0 0,18-29 0 0 0,15-25 0 0 0,8-22 0 0 0,6-13 0 0 0,2-10 0 0 0,1-4 0 0 0,0-2 0 0 0,-1 0 0 0 0,-9 8 0 0 0,-2 4 0 0 0,-7-7 0 0 0,-1-3 0 0 0,1 0 0 0 0,12-1 0 0 0,12 1 0 0 0,13 2 0 0 0,9 0 0 0 0,6-7 0 0 0,-3-1 0 0 0,0 8 0 0 0,1-4 0 0 0,-5 1 0 0 0,-8-1 0 0 0,-8 9 0 0 0,-6 4 0 0 0,-4 21 0 0 0,-11 20 0 0 0,-10 2 0 0 0,-3-8 0 0 0,3-3 0 0 0,3-10 0 0 0,5-8 0 0 0,3-10 0 0 0,-4-12 0 0 0,0-21 0 0 0,15-21 0 0 0,15-24 0 0 0,17-8 0 0 0,3-12 0 0 0,1-13 0 0 0,1-4 0 0 0,-6 2 0 0 0,-10 4 0 0 0,-10 5 0 0 0,-20 10 0 0 0,-18 13 0 0 0,-4 18 0 0 0,-6 18 0 0 0,-4 7 0 0 0,5 9 0 0 0,-1 13 0 0 0,-1 9 0 0 0,-2 3 0 0 0,5 0 0 0 0,7-16 0 0 0,22-26 0 0 0,11-23 0 0 0,18-22 0 0 0,12-4 0 0 0,-2 18 0 0 0,-7 21 0 0 0,-16 32 0 0 0,-10 25 0 0 0,-20 18 0 0 0,-8 3 0 0 0,-14 3 0 0 0,-1-25 0 0 0,7-44 0 0 0,22-51 0 0 0,13-39 0 0 0,12-21 0 0 0,11-14 0 0 0,8-1 0 0 0,-2 5 0 0 0,-7 29 0 0 0,-7 35 0 0 0,-8 40 0 0 0,-5 29 0 0 0,-11 24 0 0 0,-4 20 0 0 0,-15 4 0 0 0,-11-1 0 0 0,-6-13 0 0 0,-3-15 0 0 0,-1-22 0 0 0,-15-21 0 0 0,-10-31 0 0 0,-8-31 0 0 0,-12-26 0 0 0,-11-25 0 0 0,-4-15 0 0 0,3 2 0 0 0,12 1 0 0 0,13 15 0 0 0,13 20 0 0 0,25 26 0 0 0,26 24 0 0 0,29 19 0 0 0,26 29 0 0 0,27 26 0 0 0,23 30 0 0 0,17 33 0 0 0,-3 28 0 0 0,-19 29 0 0 0,-25 10 0 0 0,-23-1 0 0 0,-18-7 0 0 0,-12-15 0 0 0,-15-25 0 0 0,-7-23 0 0 0,-8-28 0 0 0,-7-24 0 0 0,-6-33 0 0 0,2-31 0 0 0,0-25 0 0 0,6-19 0 0 0,6-25 0 0 0,8 4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13414 9763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13467 9737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12779 10583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12779 10583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12759 10583 16383 0 0,'-7'0'0'0'0,"-3"0"0"0"0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12806 10504 16383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15022 9479 16383 0 0,'-8'0'0'0'0,"-1"-14"0"0"0,0-19 0 0 0,-5-25 0 0 0,-1-2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01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8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0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3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85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2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2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7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4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2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04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27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.svg"/><Relationship Id="rId3" Type="http://schemas.openxmlformats.org/officeDocument/2006/relationships/image" Target="../media/image17.png"/><Relationship Id="rId7" Type="http://schemas.openxmlformats.org/officeDocument/2006/relationships/customXml" Target="../ink/ink20.xml"/><Relationship Id="rId12" Type="http://schemas.openxmlformats.org/officeDocument/2006/relationships/image" Target="../media/image2.sv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11" Type="http://schemas.openxmlformats.org/officeDocument/2006/relationships/image" Target="../media/image19.png"/><Relationship Id="rId5" Type="http://schemas.openxmlformats.org/officeDocument/2006/relationships/customXml" Target="../ink/ink18.xml"/><Relationship Id="rId10" Type="http://schemas.openxmlformats.org/officeDocument/2006/relationships/customXml" Target="../ink/ink22.xml"/><Relationship Id="rId4" Type="http://schemas.openxmlformats.org/officeDocument/2006/relationships/customXml" Target="../ink/ink17.xml"/><Relationship Id="rId9" Type="http://schemas.openxmlformats.org/officeDocument/2006/relationships/customXml" Target="../ink/ink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704774" y="812528"/>
            <a:ext cx="5162208" cy="29164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l-PL" sz="6600" b="1" dirty="0">
                <a:solidFill>
                  <a:schemeClr val="tx2"/>
                </a:solidFill>
              </a:rPr>
              <a:t>Nowe horyzonty</a:t>
            </a:r>
            <a:br>
              <a:rPr lang="pl-PL" sz="6600" b="1" dirty="0"/>
            </a:br>
            <a:endParaRPr lang="pl-PL" sz="5400" b="1" dirty="0">
              <a:solidFill>
                <a:schemeClr val="tx2"/>
              </a:solidFill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532246" y="3158642"/>
            <a:ext cx="3983265" cy="23752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4400" dirty="0"/>
              <a:t>Nowe idee , trwałe wartości</a:t>
            </a:r>
            <a:endParaRPr lang="pl-PL" sz="2400" dirty="0"/>
          </a:p>
        </p:txBody>
      </p:sp>
      <p:pic>
        <p:nvPicPr>
          <p:cNvPr id="4" name="Obraz 3" descr="Obraz zawierający tekst, zrzut ekranu, design, ilustracja&#10;&#10;Zawartość wygenerowana przez AI może być niepoprawna.">
            <a:extLst>
              <a:ext uri="{FF2B5EF4-FFF2-40B4-BE49-F238E27FC236}">
                <a16:creationId xmlns:a16="http://schemas.microsoft.com/office/drawing/2014/main" id="{465F90AD-129D-3C7B-0ED2-87E2E6BF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33" t="35450" r="3443" b="35891"/>
          <a:stretch>
            <a:fillRect/>
          </a:stretch>
        </p:blipFill>
        <p:spPr>
          <a:xfrm>
            <a:off x="4276733" y="862968"/>
            <a:ext cx="7409134" cy="4678087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A9B975CB-7E63-9257-BB3F-57AA7C202DFA}"/>
                  </a:ext>
                </a:extLst>
              </p14:cNvPr>
              <p14:cNvContentPartPr/>
              <p14:nvPr/>
            </p14:nvContentPartPr>
            <p14:xfrm>
              <a:off x="6183764" y="4489352"/>
              <a:ext cx="910143" cy="694150"/>
            </p14:xfrm>
          </p:contentPart>
        </mc:Choice>
        <mc:Fallback xmlns=""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A9B975CB-7E63-9257-BB3F-57AA7C202D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5770" y="4471719"/>
                <a:ext cx="945771" cy="729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6EB4BE41-F6FC-7FA4-D6FB-1C42D425B0D4}"/>
                  </a:ext>
                </a:extLst>
              </p14:cNvPr>
              <p14:cNvContentPartPr/>
              <p14:nvPr/>
            </p14:nvContentPartPr>
            <p14:xfrm>
              <a:off x="5968226" y="3943605"/>
              <a:ext cx="4208578" cy="1434216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6EB4BE41-F6FC-7FA4-D6FB-1C42D425B0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05589" y="3880622"/>
                <a:ext cx="4334213" cy="1559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Pismo odręczne 9">
                <a:extLst>
                  <a:ext uri="{FF2B5EF4-FFF2-40B4-BE49-F238E27FC236}">
                    <a16:creationId xmlns:a16="http://schemas.microsoft.com/office/drawing/2014/main" id="{66BD470E-8457-DD8C-3315-CA79E7DD98B8}"/>
                  </a:ext>
                </a:extLst>
              </p14:cNvPr>
              <p14:cNvContentPartPr/>
              <p14:nvPr/>
            </p14:nvContentPartPr>
            <p14:xfrm>
              <a:off x="5709358" y="3193535"/>
              <a:ext cx="1001230" cy="1163935"/>
            </p14:xfrm>
          </p:contentPart>
        </mc:Choice>
        <mc:Fallback xmlns="">
          <p:pic>
            <p:nvPicPr>
              <p:cNvPr id="10" name="Pismo odręczne 9">
                <a:extLst>
                  <a:ext uri="{FF2B5EF4-FFF2-40B4-BE49-F238E27FC236}">
                    <a16:creationId xmlns:a16="http://schemas.microsoft.com/office/drawing/2014/main" id="{66BD470E-8457-DD8C-3315-CA79E7DD98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46376" y="3130552"/>
                <a:ext cx="1126834" cy="12895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Pismo odręczne 11">
                <a:extLst>
                  <a:ext uri="{FF2B5EF4-FFF2-40B4-BE49-F238E27FC236}">
                    <a16:creationId xmlns:a16="http://schemas.microsoft.com/office/drawing/2014/main" id="{45DCCD27-25E6-769F-7147-92D571944991}"/>
                  </a:ext>
                </a:extLst>
              </p14:cNvPr>
              <p14:cNvContentPartPr/>
              <p14:nvPr/>
            </p14:nvContentPartPr>
            <p14:xfrm>
              <a:off x="4515553" y="1732155"/>
              <a:ext cx="6108211" cy="3401782"/>
            </p14:xfrm>
          </p:contentPart>
        </mc:Choice>
        <mc:Fallback xmlns="">
          <p:pic>
            <p:nvPicPr>
              <p:cNvPr id="12" name="Pismo odręczne 11">
                <a:extLst>
                  <a:ext uri="{FF2B5EF4-FFF2-40B4-BE49-F238E27FC236}">
                    <a16:creationId xmlns:a16="http://schemas.microsoft.com/office/drawing/2014/main" id="{45DCCD27-25E6-769F-7147-92D57194499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52556" y="1669159"/>
                <a:ext cx="6233845" cy="3527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0AE2D95A-0A68-F106-45A8-0535EAD0B179}"/>
                  </a:ext>
                </a:extLst>
              </p14:cNvPr>
              <p14:cNvContentPartPr/>
              <p14:nvPr/>
            </p14:nvContentPartPr>
            <p14:xfrm>
              <a:off x="5914798" y="1292992"/>
              <a:ext cx="1316466" cy="1399426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0AE2D95A-0A68-F106-45A8-0535EAD0B17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51818" y="1230363"/>
                <a:ext cx="1442067" cy="1525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Pismo odręczne 13">
                <a:extLst>
                  <a:ext uri="{FF2B5EF4-FFF2-40B4-BE49-F238E27FC236}">
                    <a16:creationId xmlns:a16="http://schemas.microsoft.com/office/drawing/2014/main" id="{957CB89F-D3CD-5AB0-FC8C-D84CB96960A4}"/>
                  </a:ext>
                </a:extLst>
              </p14:cNvPr>
              <p14:cNvContentPartPr/>
              <p14:nvPr/>
            </p14:nvContentPartPr>
            <p14:xfrm>
              <a:off x="5630468" y="1208461"/>
              <a:ext cx="5934189" cy="3472702"/>
            </p14:xfrm>
          </p:contentPart>
        </mc:Choice>
        <mc:Fallback xmlns="">
          <p:pic>
            <p:nvPicPr>
              <p:cNvPr id="14" name="Pismo odręczne 13">
                <a:extLst>
                  <a:ext uri="{FF2B5EF4-FFF2-40B4-BE49-F238E27FC236}">
                    <a16:creationId xmlns:a16="http://schemas.microsoft.com/office/drawing/2014/main" id="{957CB89F-D3CD-5AB0-FC8C-D84CB96960A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67832" y="1145825"/>
                <a:ext cx="6059820" cy="3598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Pismo odręczne 14">
                <a:extLst>
                  <a:ext uri="{FF2B5EF4-FFF2-40B4-BE49-F238E27FC236}">
                    <a16:creationId xmlns:a16="http://schemas.microsoft.com/office/drawing/2014/main" id="{FDE4A66C-28EF-FF98-EE3A-5F28296B64E4}"/>
                  </a:ext>
                </a:extLst>
              </p14:cNvPr>
              <p14:cNvContentPartPr/>
              <p14:nvPr/>
            </p14:nvContentPartPr>
            <p14:xfrm>
              <a:off x="9278590" y="2104059"/>
              <a:ext cx="363971" cy="161447"/>
            </p14:xfrm>
          </p:contentPart>
        </mc:Choice>
        <mc:Fallback xmlns="">
          <p:pic>
            <p:nvPicPr>
              <p:cNvPr id="15" name="Pismo odręczne 14">
                <a:extLst>
                  <a:ext uri="{FF2B5EF4-FFF2-40B4-BE49-F238E27FC236}">
                    <a16:creationId xmlns:a16="http://schemas.microsoft.com/office/drawing/2014/main" id="{FDE4A66C-28EF-FF98-EE3A-5F28296B64E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16010" y="2041494"/>
                <a:ext cx="489491" cy="2869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Pismo odręczne 15">
                <a:extLst>
                  <a:ext uri="{FF2B5EF4-FFF2-40B4-BE49-F238E27FC236}">
                    <a16:creationId xmlns:a16="http://schemas.microsoft.com/office/drawing/2014/main" id="{EFFF1EC1-621A-288E-7A1D-597B331BED9C}"/>
                  </a:ext>
                </a:extLst>
              </p14:cNvPr>
              <p14:cNvContentPartPr/>
              <p14:nvPr/>
            </p14:nvContentPartPr>
            <p14:xfrm>
              <a:off x="9337790" y="2073726"/>
              <a:ext cx="633663" cy="182391"/>
            </p14:xfrm>
          </p:contentPart>
        </mc:Choice>
        <mc:Fallback xmlns="">
          <p:pic>
            <p:nvPicPr>
              <p:cNvPr id="16" name="Pismo odręczne 15">
                <a:extLst>
                  <a:ext uri="{FF2B5EF4-FFF2-40B4-BE49-F238E27FC236}">
                    <a16:creationId xmlns:a16="http://schemas.microsoft.com/office/drawing/2014/main" id="{EFFF1EC1-621A-288E-7A1D-597B331BED9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75179" y="2010894"/>
                <a:ext cx="759244" cy="307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4F4F7BAA-B279-01FD-DE47-22DEF1093C12}"/>
                  </a:ext>
                </a:extLst>
              </p14:cNvPr>
              <p14:cNvContentPartPr/>
              <p14:nvPr/>
            </p14:nvContentPartPr>
            <p14:xfrm>
              <a:off x="8687653" y="1924432"/>
              <a:ext cx="2354708" cy="2255493"/>
            </p14:xfrm>
          </p:contentPart>
        </mc:Choice>
        <mc:Fallback xmlns=""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4F4F7BAA-B279-01FD-DE47-22DEF1093C1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24664" y="1861799"/>
                <a:ext cx="2480326" cy="2381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Pismo odręczne 17">
                <a:extLst>
                  <a:ext uri="{FF2B5EF4-FFF2-40B4-BE49-F238E27FC236}">
                    <a16:creationId xmlns:a16="http://schemas.microsoft.com/office/drawing/2014/main" id="{5C4FF4E7-12B7-9E30-8946-36071F18FE1A}"/>
                  </a:ext>
                </a:extLst>
              </p14:cNvPr>
              <p14:cNvContentPartPr/>
              <p14:nvPr/>
            </p14:nvContentPartPr>
            <p14:xfrm>
              <a:off x="6216274" y="1405406"/>
              <a:ext cx="2999733" cy="1302931"/>
            </p14:xfrm>
          </p:contentPart>
        </mc:Choice>
        <mc:Fallback xmlns="">
          <p:pic>
            <p:nvPicPr>
              <p:cNvPr id="18" name="Pismo odręczne 17">
                <a:extLst>
                  <a:ext uri="{FF2B5EF4-FFF2-40B4-BE49-F238E27FC236}">
                    <a16:creationId xmlns:a16="http://schemas.microsoft.com/office/drawing/2014/main" id="{5C4FF4E7-12B7-9E30-8946-36071F18FE1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153645" y="1342779"/>
                <a:ext cx="3125352" cy="1428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Pismo odręczne 18">
                <a:extLst>
                  <a:ext uri="{FF2B5EF4-FFF2-40B4-BE49-F238E27FC236}">
                    <a16:creationId xmlns:a16="http://schemas.microsoft.com/office/drawing/2014/main" id="{C52838D5-FB97-DB43-06DF-B7E3B3A7CB23}"/>
                  </a:ext>
                </a:extLst>
              </p14:cNvPr>
              <p14:cNvContentPartPr/>
              <p14:nvPr/>
            </p14:nvContentPartPr>
            <p14:xfrm>
              <a:off x="9107218" y="1940200"/>
              <a:ext cx="1960237" cy="1958198"/>
            </p14:xfrm>
          </p:contentPart>
        </mc:Choice>
        <mc:Fallback xmlns="">
          <p:pic>
            <p:nvPicPr>
              <p:cNvPr id="19" name="Pismo odręczne 18">
                <a:extLst>
                  <a:ext uri="{FF2B5EF4-FFF2-40B4-BE49-F238E27FC236}">
                    <a16:creationId xmlns:a16="http://schemas.microsoft.com/office/drawing/2014/main" id="{C52838D5-FB97-DB43-06DF-B7E3B3A7CB2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044228" y="1877566"/>
                <a:ext cx="2085856" cy="2083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Pismo odręczne 19">
                <a:extLst>
                  <a:ext uri="{FF2B5EF4-FFF2-40B4-BE49-F238E27FC236}">
                    <a16:creationId xmlns:a16="http://schemas.microsoft.com/office/drawing/2014/main" id="{FE1054D8-8C8D-74BD-2C5F-56BD130D3BC4}"/>
                  </a:ext>
                </a:extLst>
              </p14:cNvPr>
              <p14:cNvContentPartPr/>
              <p14:nvPr/>
            </p14:nvContentPartPr>
            <p14:xfrm>
              <a:off x="10188847" y="2733535"/>
              <a:ext cx="335442" cy="922539"/>
            </p14:xfrm>
          </p:contentPart>
        </mc:Choice>
        <mc:Fallback xmlns="">
          <p:pic>
            <p:nvPicPr>
              <p:cNvPr id="20" name="Pismo odręczne 19">
                <a:extLst>
                  <a:ext uri="{FF2B5EF4-FFF2-40B4-BE49-F238E27FC236}">
                    <a16:creationId xmlns:a16="http://schemas.microsoft.com/office/drawing/2014/main" id="{FE1054D8-8C8D-74BD-2C5F-56BD130D3BC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126289" y="2670929"/>
                <a:ext cx="460918" cy="1048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Pismo odręczne 21">
                <a:extLst>
                  <a:ext uri="{FF2B5EF4-FFF2-40B4-BE49-F238E27FC236}">
                    <a16:creationId xmlns:a16="http://schemas.microsoft.com/office/drawing/2014/main" id="{A22B570C-C3BD-BDFC-B2C1-03C2373BEF2B}"/>
                  </a:ext>
                </a:extLst>
              </p14:cNvPr>
              <p14:cNvContentPartPr/>
              <p14:nvPr/>
            </p14:nvContentPartPr>
            <p14:xfrm>
              <a:off x="6603999" y="3541058"/>
              <a:ext cx="14941" cy="15059"/>
            </p14:xfrm>
          </p:contentPart>
        </mc:Choice>
        <mc:Fallback xmlns="">
          <p:pic>
            <p:nvPicPr>
              <p:cNvPr id="22" name="Pismo odręczne 21">
                <a:extLst>
                  <a:ext uri="{FF2B5EF4-FFF2-40B4-BE49-F238E27FC236}">
                    <a16:creationId xmlns:a16="http://schemas.microsoft.com/office/drawing/2014/main" id="{A22B570C-C3BD-BDFC-B2C1-03C2373BEF2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004265" y="3480122"/>
                <a:ext cx="5229350" cy="137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D3509FE0-EA84-3556-82FE-4C8E47B6BF47}"/>
                  </a:ext>
                </a:extLst>
              </p14:cNvPr>
              <p14:cNvContentPartPr/>
              <p14:nvPr/>
            </p14:nvContentPartPr>
            <p14:xfrm>
              <a:off x="6532097" y="3541923"/>
              <a:ext cx="72927" cy="207277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D3509FE0-EA84-3556-82FE-4C8E47B6BF4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69537" y="3479057"/>
                <a:ext cx="197689" cy="332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4" name="Pismo odręczne 23">
                <a:extLst>
                  <a:ext uri="{FF2B5EF4-FFF2-40B4-BE49-F238E27FC236}">
                    <a16:creationId xmlns:a16="http://schemas.microsoft.com/office/drawing/2014/main" id="{63305516-5852-78C3-6A2C-4AECF0F3B3EA}"/>
                  </a:ext>
                </a:extLst>
              </p14:cNvPr>
              <p14:cNvContentPartPr/>
              <p14:nvPr/>
            </p14:nvContentPartPr>
            <p14:xfrm>
              <a:off x="6212349" y="1609899"/>
              <a:ext cx="4127779" cy="1379783"/>
            </p14:xfrm>
          </p:contentPart>
        </mc:Choice>
        <mc:Fallback xmlns="">
          <p:pic>
            <p:nvPicPr>
              <p:cNvPr id="24" name="Pismo odręczne 23">
                <a:extLst>
                  <a:ext uri="{FF2B5EF4-FFF2-40B4-BE49-F238E27FC236}">
                    <a16:creationId xmlns:a16="http://schemas.microsoft.com/office/drawing/2014/main" id="{63305516-5852-78C3-6A2C-4AECF0F3B3E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149714" y="1547280"/>
                <a:ext cx="4253409" cy="15053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D34924B-556D-AC7B-BB22-2D1A556B4060}"/>
              </a:ext>
            </a:extLst>
          </p:cNvPr>
          <p:cNvSpPr txBox="1"/>
          <p:nvPr/>
        </p:nvSpPr>
        <p:spPr>
          <a:xfrm>
            <a:off x="517870" y="978408"/>
            <a:ext cx="6117661" cy="35781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b="1" dirty="0" err="1">
                <a:latin typeface="+mj-lt"/>
                <a:ea typeface="+mj-ea"/>
                <a:cs typeface="+mj-cs"/>
              </a:rPr>
              <a:t>Cyfrowe</a:t>
            </a:r>
            <a:r>
              <a:rPr lang="en-US" sz="6600" b="1" dirty="0">
                <a:latin typeface="+mj-lt"/>
                <a:ea typeface="+mj-ea"/>
                <a:cs typeface="+mj-cs"/>
              </a:rPr>
              <a:t> </a:t>
            </a:r>
            <a:r>
              <a:rPr lang="en-US" sz="6600" b="1" dirty="0" err="1">
                <a:latin typeface="+mj-lt"/>
                <a:ea typeface="+mj-ea"/>
                <a:cs typeface="+mj-cs"/>
              </a:rPr>
              <a:t>miasto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779B4BA-492C-AB12-5AC2-7F8B0F6CBFB6}"/>
              </a:ext>
            </a:extLst>
          </p:cNvPr>
          <p:cNvSpPr txBox="1"/>
          <p:nvPr/>
        </p:nvSpPr>
        <p:spPr>
          <a:xfrm>
            <a:off x="4462457" y="2052197"/>
            <a:ext cx="267076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Urząd online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2679E70-2F18-58C2-B985-3879EE538A11}"/>
              </a:ext>
            </a:extLst>
          </p:cNvPr>
          <p:cNvSpPr txBox="1"/>
          <p:nvPr/>
        </p:nvSpPr>
        <p:spPr>
          <a:xfrm>
            <a:off x="8260477" y="4184497"/>
            <a:ext cx="34105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Aplikacja miejska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5C77159-1074-D780-28AD-A632B4B2DF77}"/>
              </a:ext>
            </a:extLst>
          </p:cNvPr>
          <p:cNvSpPr txBox="1"/>
          <p:nvPr/>
        </p:nvSpPr>
        <p:spPr>
          <a:xfrm>
            <a:off x="1624641" y="3596392"/>
            <a:ext cx="28141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Darmowe </a:t>
            </a:r>
            <a:r>
              <a:rPr lang="pl-PL" sz="3200" err="1"/>
              <a:t>wi-fi</a:t>
            </a:r>
            <a:endParaRPr lang="pl-PL" sz="320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4EE491F-62B3-F88E-FF40-D2D925C9D6AC}"/>
              </a:ext>
            </a:extLst>
          </p:cNvPr>
          <p:cNvSpPr txBox="1"/>
          <p:nvPr/>
        </p:nvSpPr>
        <p:spPr>
          <a:xfrm>
            <a:off x="4650048" y="5379528"/>
            <a:ext cx="39763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Przejrzystość władzy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Pismo odręczne 10">
                <a:extLst>
                  <a:ext uri="{FF2B5EF4-FFF2-40B4-BE49-F238E27FC236}">
                    <a16:creationId xmlns:a16="http://schemas.microsoft.com/office/drawing/2014/main" id="{5E330643-5CDD-3F17-FDEF-23A7870CB5BF}"/>
                  </a:ext>
                </a:extLst>
              </p14:cNvPr>
              <p14:cNvContentPartPr/>
              <p14:nvPr/>
            </p14:nvContentPartPr>
            <p14:xfrm>
              <a:off x="5752352" y="4960470"/>
              <a:ext cx="14941" cy="14941"/>
            </p14:xfrm>
          </p:contentPart>
        </mc:Choice>
        <mc:Fallback xmlns="">
          <p:pic>
            <p:nvPicPr>
              <p:cNvPr id="11" name="Pismo odręczne 10">
                <a:extLst>
                  <a:ext uri="{FF2B5EF4-FFF2-40B4-BE49-F238E27FC236}">
                    <a16:creationId xmlns:a16="http://schemas.microsoft.com/office/drawing/2014/main" id="{5E330643-5CDD-3F17-FDEF-23A7870CB5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7677" y="2345795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4B227A27-A7DB-B733-D84D-96C6F023605D}"/>
                  </a:ext>
                </a:extLst>
              </p14:cNvPr>
              <p14:cNvContentPartPr/>
              <p14:nvPr/>
            </p14:nvContentPartPr>
            <p14:xfrm>
              <a:off x="5782234" y="4945529"/>
              <a:ext cx="14941" cy="14941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4B227A27-A7DB-B733-D84D-96C6F02360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67559" y="2345795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Pismo odręczne 14">
                <a:extLst>
                  <a:ext uri="{FF2B5EF4-FFF2-40B4-BE49-F238E27FC236}">
                    <a16:creationId xmlns:a16="http://schemas.microsoft.com/office/drawing/2014/main" id="{63EE88A9-000F-50DF-2A80-1F03FE427D09}"/>
                  </a:ext>
                </a:extLst>
              </p14:cNvPr>
              <p14:cNvContentPartPr/>
              <p14:nvPr/>
            </p14:nvContentPartPr>
            <p14:xfrm>
              <a:off x="5393764" y="5423646"/>
              <a:ext cx="14941" cy="14941"/>
            </p14:xfrm>
          </p:contentPart>
        </mc:Choice>
        <mc:Fallback xmlns="">
          <p:pic>
            <p:nvPicPr>
              <p:cNvPr id="15" name="Pismo odręczne 14">
                <a:extLst>
                  <a:ext uri="{FF2B5EF4-FFF2-40B4-BE49-F238E27FC236}">
                    <a16:creationId xmlns:a16="http://schemas.microsoft.com/office/drawing/2014/main" id="{63EE88A9-000F-50DF-2A80-1F03FE427D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9089" y="2808971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9AA93F4C-93C1-8EC6-C14E-638C0A9A7BFA}"/>
                  </a:ext>
                </a:extLst>
              </p14:cNvPr>
              <p14:cNvContentPartPr/>
              <p14:nvPr/>
            </p14:nvContentPartPr>
            <p14:xfrm>
              <a:off x="5393764" y="5423646"/>
              <a:ext cx="14941" cy="14941"/>
            </p14:xfrm>
          </p:contentPart>
        </mc:Choice>
        <mc:Fallback xmlns=""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9AA93F4C-93C1-8EC6-C14E-638C0A9A7B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9089" y="2808971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Pismo odręczne 17">
                <a:extLst>
                  <a:ext uri="{FF2B5EF4-FFF2-40B4-BE49-F238E27FC236}">
                    <a16:creationId xmlns:a16="http://schemas.microsoft.com/office/drawing/2014/main" id="{A4394E3E-76CF-86D7-B553-47337257CC6D}"/>
                  </a:ext>
                </a:extLst>
              </p14:cNvPr>
              <p14:cNvContentPartPr/>
              <p14:nvPr/>
            </p14:nvContentPartPr>
            <p14:xfrm>
              <a:off x="5372904" y="5423646"/>
              <a:ext cx="14941" cy="14941"/>
            </p14:xfrm>
          </p:contentPart>
        </mc:Choice>
        <mc:Fallback xmlns="">
          <p:pic>
            <p:nvPicPr>
              <p:cNvPr id="18" name="Pismo odręczne 17">
                <a:extLst>
                  <a:ext uri="{FF2B5EF4-FFF2-40B4-BE49-F238E27FC236}">
                    <a16:creationId xmlns:a16="http://schemas.microsoft.com/office/drawing/2014/main" id="{A4394E3E-76CF-86D7-B553-47337257CC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19100" y="2808971"/>
                <a:ext cx="321671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Pismo odręczne 18">
                <a:extLst>
                  <a:ext uri="{FF2B5EF4-FFF2-40B4-BE49-F238E27FC236}">
                    <a16:creationId xmlns:a16="http://schemas.microsoft.com/office/drawing/2014/main" id="{0125C7D9-09E2-1DE8-EB17-C6CE81314EA1}"/>
                  </a:ext>
                </a:extLst>
              </p14:cNvPr>
              <p14:cNvContentPartPr/>
              <p14:nvPr/>
            </p14:nvContentPartPr>
            <p14:xfrm>
              <a:off x="5408705" y="5378823"/>
              <a:ext cx="14941" cy="14941"/>
            </p14:xfrm>
          </p:contentPart>
        </mc:Choice>
        <mc:Fallback xmlns="">
          <p:pic>
            <p:nvPicPr>
              <p:cNvPr id="19" name="Pismo odręczne 18">
                <a:extLst>
                  <a:ext uri="{FF2B5EF4-FFF2-40B4-BE49-F238E27FC236}">
                    <a16:creationId xmlns:a16="http://schemas.microsoft.com/office/drawing/2014/main" id="{0125C7D9-09E2-1DE8-EB17-C6CE81314E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8971" y="2779089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Pismo odręczne 19">
                <a:extLst>
                  <a:ext uri="{FF2B5EF4-FFF2-40B4-BE49-F238E27FC236}">
                    <a16:creationId xmlns:a16="http://schemas.microsoft.com/office/drawing/2014/main" id="{5F395935-FB0F-296F-84A8-E8F2864E6242}"/>
                  </a:ext>
                </a:extLst>
              </p14:cNvPr>
              <p14:cNvContentPartPr/>
              <p14:nvPr/>
            </p14:nvContentPartPr>
            <p14:xfrm>
              <a:off x="6629323" y="4706721"/>
              <a:ext cx="19500" cy="59514"/>
            </p14:xfrm>
          </p:contentPart>
        </mc:Choice>
        <mc:Fallback xmlns="">
          <p:pic>
            <p:nvPicPr>
              <p:cNvPr id="20" name="Pismo odręczne 19">
                <a:extLst>
                  <a:ext uri="{FF2B5EF4-FFF2-40B4-BE49-F238E27FC236}">
                    <a16:creationId xmlns:a16="http://schemas.microsoft.com/office/drawing/2014/main" id="{5F395935-FB0F-296F-84A8-E8F2864E62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67278" y="4644339"/>
                <a:ext cx="143236" cy="184637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Grafika 24" descr="Obliczenia w chmurze z wypełnieniem pełnym">
            <a:extLst>
              <a:ext uri="{FF2B5EF4-FFF2-40B4-BE49-F238E27FC236}">
                <a16:creationId xmlns:a16="http://schemas.microsoft.com/office/drawing/2014/main" id="{D9387DBA-615A-A17D-4B33-5C165829C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7290" y="987726"/>
            <a:ext cx="2826588" cy="2711569"/>
          </a:xfrm>
          <a:prstGeom prst="rect">
            <a:avLst/>
          </a:prstGeom>
        </p:spPr>
      </p:pic>
      <p:pic>
        <p:nvPicPr>
          <p:cNvPr id="26" name="Grafika 25" descr="Rolka dyplomu z wypełnieniem pełnym">
            <a:extLst>
              <a:ext uri="{FF2B5EF4-FFF2-40B4-BE49-F238E27FC236}">
                <a16:creationId xmlns:a16="http://schemas.microsoft.com/office/drawing/2014/main" id="{E35A0294-1D05-0119-947F-5A95AF5EB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-780000">
            <a:off x="1800651" y="4684817"/>
            <a:ext cx="2078965" cy="186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DE304E4-1C17-1901-8ECD-F4B11D43727D}"/>
              </a:ext>
            </a:extLst>
          </p:cNvPr>
          <p:cNvSpPr txBox="1"/>
          <p:nvPr/>
        </p:nvSpPr>
        <p:spPr>
          <a:xfrm>
            <a:off x="517870" y="978408"/>
            <a:ext cx="5002281" cy="21951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7200" b="1">
                <a:latin typeface="+mj-lt"/>
                <a:ea typeface="+mj-ea"/>
                <a:cs typeface="+mj-cs"/>
              </a:rPr>
              <a:t>Młodzież i edukacja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10779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0011C4F-7FF0-7357-C559-B7679DC27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810195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Obraz 3" descr="Klasa z wypełnieniem pełnym">
            <a:extLst>
              <a:ext uri="{FF2B5EF4-FFF2-40B4-BE49-F238E27FC236}">
                <a16:creationId xmlns:a16="http://schemas.microsoft.com/office/drawing/2014/main" id="{04212F61-D85A-3B96-944D-C86050C17E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48174" y="1293514"/>
            <a:ext cx="2143125" cy="2143125"/>
          </a:xfrm>
          <a:prstGeom prst="rect">
            <a:avLst/>
          </a:prstGeom>
        </p:spPr>
      </p:pic>
      <p:pic>
        <p:nvPicPr>
          <p:cNvPr id="5" name="Obraz 4" descr="Książki z wypełnieniem pełnym">
            <a:extLst>
              <a:ext uri="{FF2B5EF4-FFF2-40B4-BE49-F238E27FC236}">
                <a16:creationId xmlns:a16="http://schemas.microsoft.com/office/drawing/2014/main" id="{BA68216F-6E08-C047-29EA-05E417106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0476" y="3176947"/>
            <a:ext cx="2143125" cy="2143125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EB226174-B3AF-632E-4B80-1697F344A535}"/>
              </a:ext>
            </a:extLst>
          </p:cNvPr>
          <p:cNvSpPr txBox="1"/>
          <p:nvPr/>
        </p:nvSpPr>
        <p:spPr>
          <a:xfrm>
            <a:off x="5656785" y="1559238"/>
            <a:ext cx="250701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Nowoczesne szkoły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A0622DE-B770-6F31-DB73-3B7DDA9C9D8C}"/>
              </a:ext>
            </a:extLst>
          </p:cNvPr>
          <p:cNvSpPr txBox="1"/>
          <p:nvPr/>
        </p:nvSpPr>
        <p:spPr>
          <a:xfrm>
            <a:off x="521249" y="3969279"/>
            <a:ext cx="266347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Budżet młodzieżowy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3FDAC3C-FE62-896A-86C6-A51689FC9676}"/>
              </a:ext>
            </a:extLst>
          </p:cNvPr>
          <p:cNvSpPr txBox="1"/>
          <p:nvPr/>
        </p:nvSpPr>
        <p:spPr>
          <a:xfrm>
            <a:off x="7156541" y="4253724"/>
            <a:ext cx="319543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Programowanie i technologia</a:t>
            </a:r>
          </a:p>
        </p:txBody>
      </p:sp>
    </p:spTree>
    <p:extLst>
      <p:ext uri="{BB962C8B-B14F-4D97-AF65-F5344CB8AC3E}">
        <p14:creationId xmlns:p14="http://schemas.microsoft.com/office/powerpoint/2010/main" val="176982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13349B5-54AC-9E8C-910B-5B6332A9A8B1}"/>
              </a:ext>
            </a:extLst>
          </p:cNvPr>
          <p:cNvSpPr txBox="1"/>
          <p:nvPr/>
        </p:nvSpPr>
        <p:spPr>
          <a:xfrm>
            <a:off x="517870" y="978408"/>
            <a:ext cx="6117661" cy="35781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atin typeface="+mj-lt"/>
                <a:ea typeface="+mj-ea"/>
                <a:cs typeface="+mj-cs"/>
              </a:rPr>
              <a:t>Zielone miasto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E94444F-A745-4E02-AB8F-EA5F283317B1}"/>
              </a:ext>
            </a:extLst>
          </p:cNvPr>
          <p:cNvSpPr txBox="1"/>
          <p:nvPr/>
        </p:nvSpPr>
        <p:spPr>
          <a:xfrm>
            <a:off x="7227501" y="1815634"/>
            <a:ext cx="30330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Więcej zieleni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5B0E4C5-C924-5496-9F38-74E64AB4496B}"/>
              </a:ext>
            </a:extLst>
          </p:cNvPr>
          <p:cNvSpPr txBox="1"/>
          <p:nvPr/>
        </p:nvSpPr>
        <p:spPr>
          <a:xfrm>
            <a:off x="1601839" y="3133550"/>
            <a:ext cx="39444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err="1"/>
              <a:t>Czystesze</a:t>
            </a:r>
            <a:r>
              <a:rPr lang="pl-PL" sz="3200" dirty="0"/>
              <a:t> powietrze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01CBFB7-6750-2EB1-01EA-AADA2D237E30}"/>
              </a:ext>
            </a:extLst>
          </p:cNvPr>
          <p:cNvSpPr txBox="1"/>
          <p:nvPr/>
        </p:nvSpPr>
        <p:spPr>
          <a:xfrm>
            <a:off x="7672225" y="5195753"/>
            <a:ext cx="317119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Nowe place zabaw i parki</a:t>
            </a:r>
          </a:p>
        </p:txBody>
      </p:sp>
      <p:pic>
        <p:nvPicPr>
          <p:cNvPr id="6" name="Grafika 5" descr="Drzewo liściaste z wypełnieniem pełnym">
            <a:extLst>
              <a:ext uri="{FF2B5EF4-FFF2-40B4-BE49-F238E27FC236}">
                <a16:creationId xmlns:a16="http://schemas.microsoft.com/office/drawing/2014/main" id="{796BDBF3-A13D-9DE6-3424-5A78C7364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44349" y="2762866"/>
            <a:ext cx="2020528" cy="1983657"/>
          </a:xfrm>
          <a:prstGeom prst="rect">
            <a:avLst/>
          </a:prstGeom>
        </p:spPr>
      </p:pic>
      <p:pic>
        <p:nvPicPr>
          <p:cNvPr id="8" name="Grafika 7" descr="Otwarta dłoń z rośliną z wypełnieniem pełnym">
            <a:extLst>
              <a:ext uri="{FF2B5EF4-FFF2-40B4-BE49-F238E27FC236}">
                <a16:creationId xmlns:a16="http://schemas.microsoft.com/office/drawing/2014/main" id="{4628D04D-600C-9D93-F7F7-584450257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799" y="4176250"/>
            <a:ext cx="2229464" cy="221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4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48A0E32-73D3-93FE-3FC5-3D3175B39785}"/>
              </a:ext>
            </a:extLst>
          </p:cNvPr>
          <p:cNvSpPr txBox="1"/>
          <p:nvPr/>
        </p:nvSpPr>
        <p:spPr>
          <a:xfrm>
            <a:off x="517870" y="978408"/>
            <a:ext cx="6117661" cy="35781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atin typeface="+mj-lt"/>
                <a:ea typeface="+mj-ea"/>
                <a:cs typeface="+mj-cs"/>
              </a:rPr>
              <a:t>Transport i infrastruktura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1A8AD93-D40A-5EE4-B2A2-3CA4E7475AC3}"/>
              </a:ext>
            </a:extLst>
          </p:cNvPr>
          <p:cNvSpPr txBox="1"/>
          <p:nvPr/>
        </p:nvSpPr>
        <p:spPr>
          <a:xfrm>
            <a:off x="8270841" y="1631062"/>
            <a:ext cx="211666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Lepsze drogi </a:t>
            </a:r>
          </a:p>
          <a:p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E243FEC-D551-3990-8758-F8F7D59094CA}"/>
              </a:ext>
            </a:extLst>
          </p:cNvPr>
          <p:cNvSpPr txBox="1"/>
          <p:nvPr/>
        </p:nvSpPr>
        <p:spPr>
          <a:xfrm>
            <a:off x="1433597" y="3477616"/>
            <a:ext cx="276368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Więcej ścieżek rowerowych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7E0D44C-EC83-3C43-32BD-26AC47745D5A}"/>
              </a:ext>
            </a:extLst>
          </p:cNvPr>
          <p:cNvSpPr txBox="1"/>
          <p:nvPr/>
        </p:nvSpPr>
        <p:spPr>
          <a:xfrm>
            <a:off x="7181098" y="4854415"/>
            <a:ext cx="320583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Inteligentna sygnalizacja</a:t>
            </a:r>
          </a:p>
        </p:txBody>
      </p:sp>
      <p:pic>
        <p:nvPicPr>
          <p:cNvPr id="10" name="Grafika 9" descr="Samochód z wypełnieniem pełnym">
            <a:extLst>
              <a:ext uri="{FF2B5EF4-FFF2-40B4-BE49-F238E27FC236}">
                <a16:creationId xmlns:a16="http://schemas.microsoft.com/office/drawing/2014/main" id="{887F92AA-B1E1-74CE-024B-61CBF99B53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74028" y="4717027"/>
            <a:ext cx="1737849" cy="1799302"/>
          </a:xfrm>
          <a:prstGeom prst="rect">
            <a:avLst/>
          </a:prstGeom>
        </p:spPr>
      </p:pic>
      <p:pic>
        <p:nvPicPr>
          <p:cNvPr id="12" name="Grafika 11" descr="Żarówka z wypełnieniem pełnym">
            <a:extLst>
              <a:ext uri="{FF2B5EF4-FFF2-40B4-BE49-F238E27FC236}">
                <a16:creationId xmlns:a16="http://schemas.microsoft.com/office/drawing/2014/main" id="{5F156720-10D7-84DD-A65F-A52338BF0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080000">
            <a:off x="6538275" y="2940179"/>
            <a:ext cx="1295399" cy="130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8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4B51B83-0F23-2718-25E2-AA502159B114}"/>
              </a:ext>
            </a:extLst>
          </p:cNvPr>
          <p:cNvSpPr txBox="1"/>
          <p:nvPr/>
        </p:nvSpPr>
        <p:spPr>
          <a:xfrm>
            <a:off x="688257" y="1093837"/>
            <a:ext cx="394519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4800" b="1" dirty="0"/>
              <a:t>Tradycja i społeczność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483BF5D-CDF9-26FB-5718-04B6CAB06588}"/>
              </a:ext>
            </a:extLst>
          </p:cNvPr>
          <p:cNvSpPr txBox="1"/>
          <p:nvPr/>
        </p:nvSpPr>
        <p:spPr>
          <a:xfrm>
            <a:off x="6833419" y="1585451"/>
            <a:ext cx="404351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err="1"/>
              <a:t>Wspalcie</a:t>
            </a:r>
            <a:r>
              <a:rPr lang="pl-PL" sz="3200" dirty="0"/>
              <a:t> lokalnych wydarzeń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AD122D2-6DDD-8025-F1B4-B76D55CFBB9B}"/>
              </a:ext>
            </a:extLst>
          </p:cNvPr>
          <p:cNvSpPr txBox="1"/>
          <p:nvPr/>
        </p:nvSpPr>
        <p:spPr>
          <a:xfrm>
            <a:off x="835742" y="3564193"/>
            <a:ext cx="304799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Ochrona historii miasta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970AC56-7F48-CC6A-FA5B-EF866279F463}"/>
              </a:ext>
            </a:extLst>
          </p:cNvPr>
          <p:cNvSpPr txBox="1"/>
          <p:nvPr/>
        </p:nvSpPr>
        <p:spPr>
          <a:xfrm>
            <a:off x="7091516" y="4805516"/>
            <a:ext cx="353961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Pomoc lokalnym firmą</a:t>
            </a:r>
          </a:p>
        </p:txBody>
      </p:sp>
      <p:pic>
        <p:nvPicPr>
          <p:cNvPr id="6" name="Grafika 5" descr="Monety z wypełnieniem pełnym">
            <a:extLst>
              <a:ext uri="{FF2B5EF4-FFF2-40B4-BE49-F238E27FC236}">
                <a16:creationId xmlns:a16="http://schemas.microsoft.com/office/drawing/2014/main" id="{E11A71A1-0740-E807-2352-C7DE989BB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660000">
            <a:off x="2397829" y="4825189"/>
            <a:ext cx="2117890" cy="1466465"/>
          </a:xfrm>
          <a:prstGeom prst="rect">
            <a:avLst/>
          </a:prstGeom>
        </p:spPr>
      </p:pic>
      <p:pic>
        <p:nvPicPr>
          <p:cNvPr id="7" name="Grafika 6" descr="Klepsydra z przesypanym piaskiem z wypełnieniem pełnym">
            <a:extLst>
              <a:ext uri="{FF2B5EF4-FFF2-40B4-BE49-F238E27FC236}">
                <a16:creationId xmlns:a16="http://schemas.microsoft.com/office/drawing/2014/main" id="{D665EB56-50F0-CE69-6185-75DFF47B26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40000">
            <a:off x="7288331" y="3225288"/>
            <a:ext cx="1669163" cy="149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6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82B7BA-5CE7-EFF4-89A2-04774477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34" y="1884181"/>
            <a:ext cx="11155680" cy="2741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 sz="5400" dirty="0"/>
              <a:t>Dziękujemy</a:t>
            </a:r>
            <a:br>
              <a:rPr lang="pl-PL" sz="5400" dirty="0"/>
            </a:br>
            <a:r>
              <a:rPr lang="pl-PL" sz="5400" dirty="0"/>
              <a:t>za </a:t>
            </a:r>
            <a:br>
              <a:rPr lang="pl-PL" sz="5400" dirty="0"/>
            </a:br>
            <a:r>
              <a:rPr lang="pl-PL" sz="5400" dirty="0"/>
              <a:t>wysłuchanie</a:t>
            </a:r>
          </a:p>
        </p:txBody>
      </p:sp>
      <p:pic>
        <p:nvPicPr>
          <p:cNvPr id="4" name="Grafika 3" descr="Wykrzyknik z wypełnieniem pełnym">
            <a:extLst>
              <a:ext uri="{FF2B5EF4-FFF2-40B4-BE49-F238E27FC236}">
                <a16:creationId xmlns:a16="http://schemas.microsoft.com/office/drawing/2014/main" id="{A6D5325A-E642-2E99-1B38-A4EBAC5E4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5705" y="1217762"/>
            <a:ext cx="2064588" cy="2050211"/>
          </a:xfrm>
          <a:prstGeom prst="rect">
            <a:avLst/>
          </a:prstGeom>
        </p:spPr>
      </p:pic>
      <p:pic>
        <p:nvPicPr>
          <p:cNvPr id="5" name="Grafika 4" descr="Uniesiony kciuk z wypełnieniem pełnym">
            <a:extLst>
              <a:ext uri="{FF2B5EF4-FFF2-40B4-BE49-F238E27FC236}">
                <a16:creationId xmlns:a16="http://schemas.microsoft.com/office/drawing/2014/main" id="{4AC8FEFF-8F8E-A28E-B4BB-DE5EA97038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555" y="3863196"/>
            <a:ext cx="1820173" cy="1748286"/>
          </a:xfrm>
          <a:prstGeom prst="rect">
            <a:avLst/>
          </a:prstGeom>
        </p:spPr>
      </p:pic>
      <p:pic>
        <p:nvPicPr>
          <p:cNvPr id="6" name="Grafika 5" descr="Uniesiony kciuk z wypełnieniem pełnym">
            <a:extLst>
              <a:ext uri="{FF2B5EF4-FFF2-40B4-BE49-F238E27FC236}">
                <a16:creationId xmlns:a16="http://schemas.microsoft.com/office/drawing/2014/main" id="{31067CDD-2A02-A3DD-4035-4A8B37113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342407" y="3963837"/>
            <a:ext cx="1932317" cy="1748286"/>
          </a:xfrm>
          <a:prstGeom prst="rect">
            <a:avLst/>
          </a:prstGeom>
        </p:spPr>
      </p:pic>
      <p:pic>
        <p:nvPicPr>
          <p:cNvPr id="7" name="Grafika 6" descr="Wykrzyknik z wypełnieniem pełnym">
            <a:extLst>
              <a:ext uri="{FF2B5EF4-FFF2-40B4-BE49-F238E27FC236}">
                <a16:creationId xmlns:a16="http://schemas.microsoft.com/office/drawing/2014/main" id="{FBF32210-E156-F926-A05F-5C1485E6D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12988" y="1217762"/>
            <a:ext cx="2064588" cy="205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0876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7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8" baseType="lpstr">
      <vt:lpstr>GestaltVTI</vt:lpstr>
      <vt:lpstr>Nowe horyzonty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Dziękujemy za  wysłuchanie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355</cp:revision>
  <dcterms:created xsi:type="dcterms:W3CDTF">2026-03-11T20:20:04Z</dcterms:created>
  <dcterms:modified xsi:type="dcterms:W3CDTF">2026-03-22T17:27:28Z</dcterms:modified>
</cp:coreProperties>
</file>